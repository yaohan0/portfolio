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4" autoAdjust="0"/>
    <p:restoredTop sz="75088" autoAdjust="0"/>
  </p:normalViewPr>
  <p:slideViewPr>
    <p:cSldViewPr showGuides="1">
      <p:cViewPr varScale="1">
        <p:scale>
          <a:sx n="71" d="100"/>
          <a:sy n="7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/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  <a:endParaRPr lang="en-US" sz="1200">
              <a:solidFill>
                <a:schemeClr val="tx1"/>
              </a:solidFill>
            </a:endParaRP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Footprinting &amp; Reconnaissance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Footprinting Concepts</a:t>
            </a:r>
            <a:endParaRPr lang="en-US" dirty="0"/>
          </a:p>
          <a:p>
            <a:r>
              <a:rPr lang="en-US" dirty="0"/>
              <a:t>Footprinting through Search Engines</a:t>
            </a:r>
            <a:endParaRPr lang="en-US" dirty="0"/>
          </a:p>
          <a:p>
            <a:r>
              <a:rPr lang="en-US" dirty="0" err="1"/>
              <a:t>Whois</a:t>
            </a:r>
            <a:r>
              <a:rPr lang="en-US" dirty="0"/>
              <a:t> Footprinting</a:t>
            </a:r>
            <a:endParaRPr lang="en-US" dirty="0"/>
          </a:p>
          <a:p>
            <a:r>
              <a:rPr lang="en-US" dirty="0"/>
              <a:t>DNS Footprinting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  <a:endParaRPr lang="en-US" sz="1200" dirty="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Footprinting Concepts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018" y="347232"/>
            <a:ext cx="11383964" cy="6163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97" y="232916"/>
            <a:ext cx="11326806" cy="6392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492" y="256732"/>
            <a:ext cx="11403016" cy="6344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Footprinting through Search Engines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755" y="209100"/>
            <a:ext cx="11212490" cy="6439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49" y="247206"/>
            <a:ext cx="11469701" cy="6363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02" y="351995"/>
            <a:ext cx="11250595" cy="61540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60" y="247206"/>
            <a:ext cx="11317279" cy="6363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Whois</a:t>
            </a:r>
            <a:r>
              <a:rPr lang="en-US" dirty="0"/>
              <a:t> Footprinting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60" y="175758"/>
            <a:ext cx="11317279" cy="65064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02" y="313890"/>
            <a:ext cx="11250595" cy="62302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071" y="228153"/>
            <a:ext cx="11345858" cy="64016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Footprinting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018" y="218627"/>
            <a:ext cx="11383964" cy="64207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360" y="313890"/>
            <a:ext cx="11317279" cy="6230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Presentation</Application>
  <PresentationFormat>Widescreen</PresentationFormat>
  <Paragraphs>27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Arial Unicode MS</vt:lpstr>
      <vt:lpstr>Calibri</vt:lpstr>
      <vt:lpstr>Microsoft YaHei</vt:lpstr>
      <vt:lpstr>Arial Unicode MS</vt:lpstr>
      <vt:lpstr>Office Theme</vt:lpstr>
      <vt:lpstr>PowerPoint 演示文稿</vt:lpstr>
      <vt:lpstr>Objectives</vt:lpstr>
      <vt:lpstr>Footprinting Concepts</vt:lpstr>
      <vt:lpstr>PowerPoint 演示文稿</vt:lpstr>
      <vt:lpstr>PowerPoint 演示文稿</vt:lpstr>
      <vt:lpstr>PowerPoint 演示文稿</vt:lpstr>
      <vt:lpstr>Footprinting through Search Engines</vt:lpstr>
      <vt:lpstr>PowerPoint 演示文稿</vt:lpstr>
      <vt:lpstr>PowerPoint 演示文稿</vt:lpstr>
      <vt:lpstr>PowerPoint 演示文稿</vt:lpstr>
      <vt:lpstr>PowerPoint 演示文稿</vt:lpstr>
      <vt:lpstr>Whois Footprinting</vt:lpstr>
      <vt:lpstr>PowerPoint 演示文稿</vt:lpstr>
      <vt:lpstr>PowerPoint 演示文稿</vt:lpstr>
      <vt:lpstr>PowerPoint 演示文稿</vt:lpstr>
      <vt:lpstr>DNS Footprinting</vt:lpstr>
      <vt:lpstr>PowerPoint 演示文稿</vt:lpstr>
      <vt:lpstr>PowerPoint 演示文稿</vt:lpstr>
    </vt:vector>
  </TitlesOfParts>
  <Company>Temasek Polytechnic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joyli</cp:lastModifiedBy>
  <cp:revision>813</cp:revision>
  <dcterms:created xsi:type="dcterms:W3CDTF">2012-02-09T05:42:00Z</dcterms:created>
  <dcterms:modified xsi:type="dcterms:W3CDTF">2026-04-27T01:23:28Z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  <property fmtid="{D5CDD505-2E9C-101B-9397-08002B2CF9AE}" pid="20" name="ICV">
    <vt:lpwstr>D956B1E8C6A94F2885D86BC56FA16581_12</vt:lpwstr>
  </property>
  <property fmtid="{D5CDD505-2E9C-101B-9397-08002B2CF9AE}" pid="21" name="KSOProductBuildVer">
    <vt:lpwstr>1033-12.1.0.25180</vt:lpwstr>
  </property>
</Properties>
</file>