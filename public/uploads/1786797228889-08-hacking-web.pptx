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9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4" autoAdjust="0"/>
    <p:restoredTop sz="75088" autoAdjust="0"/>
  </p:normalViewPr>
  <p:slideViewPr>
    <p:cSldViewPr>
      <p:cViewPr varScale="1">
        <p:scale>
          <a:sx n="71" d="100"/>
          <a:sy n="7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custSel addSld delSld modSld sldOrd">
      <pc:chgData name="Edmund WEE (TP)" userId="1aeff9e9-75c8-437e-9382-defeb26b795c" providerId="ADAL" clId="{114014A8-C605-4144-AADB-3E73113CE3EA}" dt="2026-03-23T02:46:27.637" v="130" actId="47"/>
      <pc:docMkLst>
        <pc:docMk/>
      </pc:docMkLst>
      <pc:sldChg chg="modSp mod">
        <pc:chgData name="Edmund WEE (TP)" userId="1aeff9e9-75c8-437e-9382-defeb26b795c" providerId="ADAL" clId="{114014A8-C605-4144-AADB-3E73113CE3EA}" dt="2026-03-23T02:20:15.336" v="19" actId="20577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2:20:15.336" v="19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Edmund WEE (TP)" userId="1aeff9e9-75c8-437e-9382-defeb26b795c" providerId="ADAL" clId="{114014A8-C605-4144-AADB-3E73113CE3EA}" dt="2026-03-23T02:22:54.192" v="113" actId="20577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2:22:54.192" v="113" actId="20577"/>
          <ac:spMkLst>
            <pc:docMk/>
            <pc:sldMk cId="0" sldId="259"/>
            <ac:spMk id="7171" creationId="{00000000-0000-0000-0000-000000000000}"/>
          </ac:spMkLst>
        </pc:spChg>
      </pc:sldChg>
      <pc:sldChg chg="addSp delSp new mod modClrScheme chgLayout">
        <pc:chgData name="Edmund WEE (TP)" userId="1aeff9e9-75c8-437e-9382-defeb26b795c" providerId="ADAL" clId="{114014A8-C605-4144-AADB-3E73113CE3EA}" dt="2026-03-23T02:22:50.896" v="111" actId="22"/>
        <pc:sldMkLst>
          <pc:docMk/>
          <pc:sldMk cId="3353547605" sldId="260"/>
        </pc:sldMkLst>
        <pc:spChg chg="del">
          <ac:chgData name="Edmund WEE (TP)" userId="1aeff9e9-75c8-437e-9382-defeb26b795c" providerId="ADAL" clId="{114014A8-C605-4144-AADB-3E73113CE3EA}" dt="2026-03-23T02:20:50.975" v="41" actId="700"/>
          <ac:spMkLst>
            <pc:docMk/>
            <pc:sldMk cId="3353547605" sldId="260"/>
            <ac:spMk id="2" creationId="{1D24683B-90E9-3ADA-8471-32A0763E29FF}"/>
          </ac:spMkLst>
        </pc:spChg>
        <pc:spChg chg="del">
          <ac:chgData name="Edmund WEE (TP)" userId="1aeff9e9-75c8-437e-9382-defeb26b795c" providerId="ADAL" clId="{114014A8-C605-4144-AADB-3E73113CE3EA}" dt="2026-03-23T02:20:50.975" v="41" actId="700"/>
          <ac:spMkLst>
            <pc:docMk/>
            <pc:sldMk cId="3353547605" sldId="260"/>
            <ac:spMk id="3" creationId="{7F85CB51-82A4-2DD8-6FD9-153647F88CDF}"/>
          </ac:spMkLst>
        </pc:spChg>
        <pc:picChg chg="add">
          <ac:chgData name="Edmund WEE (TP)" userId="1aeff9e9-75c8-437e-9382-defeb26b795c" providerId="ADAL" clId="{114014A8-C605-4144-AADB-3E73113CE3EA}" dt="2026-03-23T02:22:50.896" v="111" actId="22"/>
          <ac:picMkLst>
            <pc:docMk/>
            <pc:sldMk cId="3353547605" sldId="260"/>
            <ac:picMk id="5" creationId="{1CDBFEF0-BB77-F38D-BD96-0EE65F9EE486}"/>
          </ac:picMkLst>
        </pc:picChg>
      </pc:sldChg>
      <pc:sldChg chg="addSp new mod">
        <pc:chgData name="Edmund WEE (TP)" userId="1aeff9e9-75c8-437e-9382-defeb26b795c" providerId="ADAL" clId="{114014A8-C605-4144-AADB-3E73113CE3EA}" dt="2026-03-23T02:23:04.213" v="114" actId="22"/>
        <pc:sldMkLst>
          <pc:docMk/>
          <pc:sldMk cId="266925888" sldId="261"/>
        </pc:sldMkLst>
        <pc:picChg chg="add">
          <ac:chgData name="Edmund WEE (TP)" userId="1aeff9e9-75c8-437e-9382-defeb26b795c" providerId="ADAL" clId="{114014A8-C605-4144-AADB-3E73113CE3EA}" dt="2026-03-23T02:23:04.213" v="114" actId="22"/>
          <ac:picMkLst>
            <pc:docMk/>
            <pc:sldMk cId="266925888" sldId="261"/>
            <ac:picMk id="3" creationId="{4F43269F-540A-2804-2E33-57C4C85379EF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2:23:58.710" v="118" actId="20577"/>
        <pc:sldMkLst>
          <pc:docMk/>
          <pc:sldMk cId="1835498555" sldId="262"/>
        </pc:sldMkLst>
        <pc:spChg chg="add mod">
          <ac:chgData name="Edmund WEE (TP)" userId="1aeff9e9-75c8-437e-9382-defeb26b795c" providerId="ADAL" clId="{114014A8-C605-4144-AADB-3E73113CE3EA}" dt="2026-03-23T02:23:58.710" v="118" actId="20577"/>
          <ac:spMkLst>
            <pc:docMk/>
            <pc:sldMk cId="1835498555" sldId="262"/>
            <ac:spMk id="2" creationId="{D2C66EAB-0563-AB19-6085-CD350E8CEA80}"/>
          </ac:spMkLst>
        </pc:spChg>
        <pc:spChg chg="add mod">
          <ac:chgData name="Edmund WEE (TP)" userId="1aeff9e9-75c8-437e-9382-defeb26b795c" providerId="ADAL" clId="{114014A8-C605-4144-AADB-3E73113CE3EA}" dt="2026-03-23T02:23:47.580" v="115" actId="700"/>
          <ac:spMkLst>
            <pc:docMk/>
            <pc:sldMk cId="1835498555" sldId="262"/>
            <ac:spMk id="3" creationId="{85C589F7-4126-A6AF-E89A-0D31C56F9A09}"/>
          </ac:spMkLst>
        </pc:spChg>
      </pc:sldChg>
      <pc:sldChg chg="addSp new mod">
        <pc:chgData name="Edmund WEE (TP)" userId="1aeff9e9-75c8-437e-9382-defeb26b795c" providerId="ADAL" clId="{114014A8-C605-4144-AADB-3E73113CE3EA}" dt="2026-03-23T02:23:49.878" v="116" actId="22"/>
        <pc:sldMkLst>
          <pc:docMk/>
          <pc:sldMk cId="3802293240" sldId="263"/>
        </pc:sldMkLst>
        <pc:picChg chg="add">
          <ac:chgData name="Edmund WEE (TP)" userId="1aeff9e9-75c8-437e-9382-defeb26b795c" providerId="ADAL" clId="{114014A8-C605-4144-AADB-3E73113CE3EA}" dt="2026-03-23T02:23:49.878" v="116" actId="22"/>
          <ac:picMkLst>
            <pc:docMk/>
            <pc:sldMk cId="3802293240" sldId="263"/>
            <ac:picMk id="3" creationId="{AACA9C41-43D4-B8AE-101B-A0A37276CC71}"/>
          </ac:picMkLst>
        </pc:picChg>
      </pc:sldChg>
      <pc:sldChg chg="addSp new mod">
        <pc:chgData name="Edmund WEE (TP)" userId="1aeff9e9-75c8-437e-9382-defeb26b795c" providerId="ADAL" clId="{114014A8-C605-4144-AADB-3E73113CE3EA}" dt="2026-03-23T02:24:24.126" v="122" actId="22"/>
        <pc:sldMkLst>
          <pc:docMk/>
          <pc:sldMk cId="2980512230" sldId="264"/>
        </pc:sldMkLst>
        <pc:picChg chg="add">
          <ac:chgData name="Edmund WEE (TP)" userId="1aeff9e9-75c8-437e-9382-defeb26b795c" providerId="ADAL" clId="{114014A8-C605-4144-AADB-3E73113CE3EA}" dt="2026-03-23T02:24:24.126" v="122" actId="22"/>
          <ac:picMkLst>
            <pc:docMk/>
            <pc:sldMk cId="2980512230" sldId="264"/>
            <ac:picMk id="3" creationId="{8E83E9F9-19CE-D9BD-3418-A8205650E7A4}"/>
          </ac:picMkLst>
        </pc:picChg>
      </pc:sldChg>
      <pc:sldChg chg="addSp new mod">
        <pc:chgData name="Edmund WEE (TP)" userId="1aeff9e9-75c8-437e-9382-defeb26b795c" providerId="ADAL" clId="{114014A8-C605-4144-AADB-3E73113CE3EA}" dt="2026-03-23T02:24:46.414" v="123" actId="22"/>
        <pc:sldMkLst>
          <pc:docMk/>
          <pc:sldMk cId="150464399" sldId="265"/>
        </pc:sldMkLst>
        <pc:picChg chg="add">
          <ac:chgData name="Edmund WEE (TP)" userId="1aeff9e9-75c8-437e-9382-defeb26b795c" providerId="ADAL" clId="{114014A8-C605-4144-AADB-3E73113CE3EA}" dt="2026-03-23T02:24:46.414" v="123" actId="22"/>
          <ac:picMkLst>
            <pc:docMk/>
            <pc:sldMk cId="150464399" sldId="265"/>
            <ac:picMk id="3" creationId="{09961E35-9077-366A-D13B-125A5C2CD21B}"/>
          </ac:picMkLst>
        </pc:picChg>
      </pc:sldChg>
      <pc:sldChg chg="addSp new mod">
        <pc:chgData name="Edmund WEE (TP)" userId="1aeff9e9-75c8-437e-9382-defeb26b795c" providerId="ADAL" clId="{114014A8-C605-4144-AADB-3E73113CE3EA}" dt="2026-03-23T02:25:23.982" v="126" actId="22"/>
        <pc:sldMkLst>
          <pc:docMk/>
          <pc:sldMk cId="4290327208" sldId="266"/>
        </pc:sldMkLst>
        <pc:picChg chg="add">
          <ac:chgData name="Edmund WEE (TP)" userId="1aeff9e9-75c8-437e-9382-defeb26b795c" providerId="ADAL" clId="{114014A8-C605-4144-AADB-3E73113CE3EA}" dt="2026-03-23T02:25:23.982" v="126" actId="22"/>
          <ac:picMkLst>
            <pc:docMk/>
            <pc:sldMk cId="4290327208" sldId="266"/>
            <ac:picMk id="3" creationId="{2EB57B29-224D-817D-4764-550DF2376F45}"/>
          </ac:picMkLst>
        </pc:picChg>
      </pc:sldChg>
      <pc:sldChg chg="addSp new mod">
        <pc:chgData name="Edmund WEE (TP)" userId="1aeff9e9-75c8-437e-9382-defeb26b795c" providerId="ADAL" clId="{114014A8-C605-4144-AADB-3E73113CE3EA}" dt="2026-03-23T02:25:39.847" v="127" actId="22"/>
        <pc:sldMkLst>
          <pc:docMk/>
          <pc:sldMk cId="2210223581" sldId="267"/>
        </pc:sldMkLst>
        <pc:picChg chg="add">
          <ac:chgData name="Edmund WEE (TP)" userId="1aeff9e9-75c8-437e-9382-defeb26b795c" providerId="ADAL" clId="{114014A8-C605-4144-AADB-3E73113CE3EA}" dt="2026-03-23T02:25:39.847" v="127" actId="22"/>
          <ac:picMkLst>
            <pc:docMk/>
            <pc:sldMk cId="2210223581" sldId="267"/>
            <ac:picMk id="3" creationId="{F456C019-9951-6F1B-B67B-149AEC065779}"/>
          </ac:picMkLst>
        </pc:picChg>
      </pc:sldChg>
      <pc:sldChg chg="addSp new mod">
        <pc:chgData name="Edmund WEE (TP)" userId="1aeff9e9-75c8-437e-9382-defeb26b795c" providerId="ADAL" clId="{114014A8-C605-4144-AADB-3E73113CE3EA}" dt="2026-03-23T02:46:05.681" v="128" actId="22"/>
        <pc:sldMkLst>
          <pc:docMk/>
          <pc:sldMk cId="1004745167" sldId="268"/>
        </pc:sldMkLst>
        <pc:picChg chg="add">
          <ac:chgData name="Edmund WEE (TP)" userId="1aeff9e9-75c8-437e-9382-defeb26b795c" providerId="ADAL" clId="{114014A8-C605-4144-AADB-3E73113CE3EA}" dt="2026-03-23T02:46:05.681" v="128" actId="22"/>
          <ac:picMkLst>
            <pc:docMk/>
            <pc:sldMk cId="1004745167" sldId="268"/>
            <ac:picMk id="3" creationId="{C2561783-1C90-4058-7C9C-3A0458B4A0DB}"/>
          </ac:picMkLst>
        </pc:picChg>
      </pc:sldChg>
      <pc:sldChg chg="addSp modSp new mod ord modClrScheme chgLayout">
        <pc:chgData name="Edmund WEE (TP)" userId="1aeff9e9-75c8-437e-9382-defeb26b795c" providerId="ADAL" clId="{114014A8-C605-4144-AADB-3E73113CE3EA}" dt="2026-03-23T02:25:15.436" v="125"/>
        <pc:sldMkLst>
          <pc:docMk/>
          <pc:sldMk cId="266623116" sldId="269"/>
        </pc:sldMkLst>
        <pc:spChg chg="add mod">
          <ac:chgData name="Edmund WEE (TP)" userId="1aeff9e9-75c8-437e-9382-defeb26b795c" providerId="ADAL" clId="{114014A8-C605-4144-AADB-3E73113CE3EA}" dt="2026-03-23T02:24:10.217" v="121" actId="20577"/>
          <ac:spMkLst>
            <pc:docMk/>
            <pc:sldMk cId="266623116" sldId="269"/>
            <ac:spMk id="2" creationId="{B49F21F0-AC1C-D3A5-6EC1-023A03592B1D}"/>
          </ac:spMkLst>
        </pc:spChg>
        <pc:spChg chg="add mod">
          <ac:chgData name="Edmund WEE (TP)" userId="1aeff9e9-75c8-437e-9382-defeb26b795c" providerId="ADAL" clId="{114014A8-C605-4144-AADB-3E73113CE3EA}" dt="2026-03-23T02:24:08.507" v="119" actId="700"/>
          <ac:spMkLst>
            <pc:docMk/>
            <pc:sldMk cId="266623116" sldId="269"/>
            <ac:spMk id="3" creationId="{D33A9569-9E2B-2ED1-8C76-5BFEB12095F7}"/>
          </ac:spMkLst>
        </pc:spChg>
      </pc:sldChg>
      <pc:sldChg chg="new del">
        <pc:chgData name="Edmund WEE (TP)" userId="1aeff9e9-75c8-437e-9382-defeb26b795c" providerId="ADAL" clId="{114014A8-C605-4144-AADB-3E73113CE3EA}" dt="2026-03-23T02:46:26.599" v="129" actId="47"/>
        <pc:sldMkLst>
          <pc:docMk/>
          <pc:sldMk cId="2521428702" sldId="270"/>
        </pc:sldMkLst>
      </pc:sldChg>
      <pc:sldChg chg="new del">
        <pc:chgData name="Edmund WEE (TP)" userId="1aeff9e9-75c8-437e-9382-defeb26b795c" providerId="ADAL" clId="{114014A8-C605-4144-AADB-3E73113CE3EA}" dt="2026-03-23T02:46:27.637" v="130" actId="47"/>
        <pc:sldMkLst>
          <pc:docMk/>
          <pc:sldMk cId="216505897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Hacking Web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Web Server Concepts</a:t>
            </a:r>
          </a:p>
          <a:p>
            <a:pPr eaLnBrk="1" hangingPunct="1"/>
            <a:r>
              <a:rPr lang="en-US" dirty="0"/>
              <a:t>Web Server Attack Methodology</a:t>
            </a:r>
          </a:p>
          <a:p>
            <a:pPr eaLnBrk="1" hangingPunct="1"/>
            <a:r>
              <a:rPr lang="en-US" dirty="0"/>
              <a:t>Web Server Attacks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BFEF0-BB77-F38D-BD96-0EE65F9EE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89"/>
            <a:ext cx="12192000" cy="668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4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3269F-540A-2804-2E33-57C4C853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" y="0"/>
            <a:ext cx="12190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6EAB-0563-AB19-6085-CD350E8C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 Attack Methodology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589F7-4126-A6AF-E89A-0D31C56F9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5498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CA9C41-43D4-B8AE-101B-A0A37276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" y="0"/>
            <a:ext cx="12183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9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3E9F9-19CE-D9BD-3418-A8205650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45"/>
            <a:ext cx="12192000" cy="673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1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61E35-9077-366A-D13B-125A5C2C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07"/>
            <a:ext cx="12192000" cy="650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21F0-AC1C-D3A5-6EC1-023A0359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 Attacks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9569-9E2B-2ED1-8C76-5BFEB1209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623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57B29-224D-817D-4764-550DF2376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43"/>
            <a:ext cx="12192000" cy="679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27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56C019-9951-6F1B-B67B-149AEC06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45"/>
            <a:ext cx="12192000" cy="677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2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561783-1C90-4058-7C9C-3A0458B4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611"/>
            <a:ext cx="12192000" cy="666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45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8108</TotalTime>
  <Words>33</Words>
  <Application>Microsoft Office PowerPoint</Application>
  <PresentationFormat>Widescreen</PresentationFormat>
  <Paragraphs>14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Unicode MS</vt:lpstr>
      <vt:lpstr>Calibri</vt:lpstr>
      <vt:lpstr>Office Theme</vt:lpstr>
      <vt:lpstr>PowerPoint Presentation</vt:lpstr>
      <vt:lpstr>Objectives</vt:lpstr>
      <vt:lpstr>PowerPoint Presentation</vt:lpstr>
      <vt:lpstr>PowerPoint Presentation</vt:lpstr>
      <vt:lpstr>Web Server Attack Methodology</vt:lpstr>
      <vt:lpstr>PowerPoint Presentation</vt:lpstr>
      <vt:lpstr>PowerPoint Presentation</vt:lpstr>
      <vt:lpstr>PowerPoint Presentation</vt:lpstr>
      <vt:lpstr>Web Server Attacks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2026-03-23T02:46:29Z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