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8" r:id="rId2"/>
    <p:sldId id="259" r:id="rId3"/>
    <p:sldId id="260" r:id="rId4"/>
    <p:sldId id="261" r:id="rId5"/>
    <p:sldId id="262" r:id="rId6"/>
    <p:sldId id="268" r:id="rId7"/>
    <p:sldId id="267" r:id="rId8"/>
    <p:sldId id="271" r:id="rId9"/>
    <p:sldId id="269" r:id="rId10"/>
    <p:sldId id="263" r:id="rId11"/>
    <p:sldId id="264" r:id="rId12"/>
    <p:sldId id="270" r:id="rId13"/>
    <p:sldId id="266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mes Tan Chun Chieh" initials="JTCC" lastIdx="1" clrIdx="0"/>
  <p:cmAuthor id="2" name="James Tan" initials="JT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E90C"/>
    <a:srgbClr val="CC0000"/>
    <a:srgbClr val="44A5C8"/>
    <a:srgbClr val="0099CC"/>
    <a:srgbClr val="003399"/>
    <a:srgbClr val="009999"/>
    <a:srgbClr val="0066FF"/>
    <a:srgbClr val="0000CC"/>
    <a:srgbClr val="339933"/>
    <a:srgbClr val="F2D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74" autoAdjust="0"/>
    <p:restoredTop sz="75088" autoAdjust="0"/>
  </p:normalViewPr>
  <p:slideViewPr>
    <p:cSldViewPr>
      <p:cViewPr varScale="1">
        <p:scale>
          <a:sx n="71" d="100"/>
          <a:sy n="71" d="100"/>
        </p:scale>
        <p:origin x="1253" y="67"/>
      </p:cViewPr>
      <p:guideLst>
        <p:guide orient="horz" pos="2160"/>
        <p:guide pos="3840"/>
      </p:guideLst>
    </p:cSldViewPr>
  </p:slid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mund WEE (TP)" userId="1aeff9e9-75c8-437e-9382-defeb26b795c" providerId="ADAL" clId="{114014A8-C605-4144-AADB-3E73113CE3EA}"/>
    <pc:docChg chg="custSel addSld modSld sldOrd">
      <pc:chgData name="Edmund WEE (TP)" userId="1aeff9e9-75c8-437e-9382-defeb26b795c" providerId="ADAL" clId="{114014A8-C605-4144-AADB-3E73113CE3EA}" dt="2026-03-23T02:05:29.964" v="132" actId="22"/>
      <pc:docMkLst>
        <pc:docMk/>
      </pc:docMkLst>
      <pc:sldChg chg="modSp mod">
        <pc:chgData name="Edmund WEE (TP)" userId="1aeff9e9-75c8-437e-9382-defeb26b795c" providerId="ADAL" clId="{114014A8-C605-4144-AADB-3E73113CE3EA}" dt="2026-03-23T01:59:37.196" v="65" actId="20577"/>
        <pc:sldMkLst>
          <pc:docMk/>
          <pc:sldMk cId="0" sldId="258"/>
        </pc:sldMkLst>
        <pc:spChg chg="mod">
          <ac:chgData name="Edmund WEE (TP)" userId="1aeff9e9-75c8-437e-9382-defeb26b795c" providerId="ADAL" clId="{114014A8-C605-4144-AADB-3E73113CE3EA}" dt="2026-03-23T01:59:37.196" v="65" actId="20577"/>
          <ac:spMkLst>
            <pc:docMk/>
            <pc:sldMk cId="0" sldId="258"/>
            <ac:spMk id="5" creationId="{00000000-0000-0000-0000-000000000000}"/>
          </ac:spMkLst>
        </pc:spChg>
      </pc:sldChg>
      <pc:sldChg chg="modSp mod">
        <pc:chgData name="Edmund WEE (TP)" userId="1aeff9e9-75c8-437e-9382-defeb26b795c" providerId="ADAL" clId="{114014A8-C605-4144-AADB-3E73113CE3EA}" dt="2026-03-23T02:00:02.256" v="90" actId="20577"/>
        <pc:sldMkLst>
          <pc:docMk/>
          <pc:sldMk cId="0" sldId="259"/>
        </pc:sldMkLst>
        <pc:spChg chg="mod">
          <ac:chgData name="Edmund WEE (TP)" userId="1aeff9e9-75c8-437e-9382-defeb26b795c" providerId="ADAL" clId="{114014A8-C605-4144-AADB-3E73113CE3EA}" dt="2026-03-23T02:00:02.256" v="90" actId="20577"/>
          <ac:spMkLst>
            <pc:docMk/>
            <pc:sldMk cId="0" sldId="259"/>
            <ac:spMk id="7171" creationId="{00000000-0000-0000-0000-000000000000}"/>
          </ac:spMkLst>
        </pc:spChg>
      </pc:sldChg>
      <pc:sldChg chg="addSp delSp modSp new mod modClrScheme chgLayout">
        <pc:chgData name="Edmund WEE (TP)" userId="1aeff9e9-75c8-437e-9382-defeb26b795c" providerId="ADAL" clId="{114014A8-C605-4144-AADB-3E73113CE3EA}" dt="2026-03-23T02:00:28.233" v="102" actId="20577"/>
        <pc:sldMkLst>
          <pc:docMk/>
          <pc:sldMk cId="185385983" sldId="260"/>
        </pc:sldMkLst>
        <pc:spChg chg="del mod ord">
          <ac:chgData name="Edmund WEE (TP)" userId="1aeff9e9-75c8-437e-9382-defeb26b795c" providerId="ADAL" clId="{114014A8-C605-4144-AADB-3E73113CE3EA}" dt="2026-03-23T02:00:11.107" v="92" actId="700"/>
          <ac:spMkLst>
            <pc:docMk/>
            <pc:sldMk cId="185385983" sldId="260"/>
            <ac:spMk id="2" creationId="{5B3EC7FC-4EA2-F639-05DD-B3668CF9483D}"/>
          </ac:spMkLst>
        </pc:spChg>
        <pc:spChg chg="del">
          <ac:chgData name="Edmund WEE (TP)" userId="1aeff9e9-75c8-437e-9382-defeb26b795c" providerId="ADAL" clId="{114014A8-C605-4144-AADB-3E73113CE3EA}" dt="2026-03-23T02:00:11.107" v="92" actId="700"/>
          <ac:spMkLst>
            <pc:docMk/>
            <pc:sldMk cId="185385983" sldId="260"/>
            <ac:spMk id="3" creationId="{E4CB0491-F643-0B4D-B49C-7A18FE282AC0}"/>
          </ac:spMkLst>
        </pc:spChg>
        <pc:spChg chg="add del mod ord">
          <ac:chgData name="Edmund WEE (TP)" userId="1aeff9e9-75c8-437e-9382-defeb26b795c" providerId="ADAL" clId="{114014A8-C605-4144-AADB-3E73113CE3EA}" dt="2026-03-23T02:00:20.614" v="100" actId="700"/>
          <ac:spMkLst>
            <pc:docMk/>
            <pc:sldMk cId="185385983" sldId="260"/>
            <ac:spMk id="4" creationId="{577BC45D-022F-3310-E771-3835CC9C8A37}"/>
          </ac:spMkLst>
        </pc:spChg>
        <pc:spChg chg="add mod ord">
          <ac:chgData name="Edmund WEE (TP)" userId="1aeff9e9-75c8-437e-9382-defeb26b795c" providerId="ADAL" clId="{114014A8-C605-4144-AADB-3E73113CE3EA}" dt="2026-03-23T02:00:28.233" v="102" actId="20577"/>
          <ac:spMkLst>
            <pc:docMk/>
            <pc:sldMk cId="185385983" sldId="260"/>
            <ac:spMk id="5" creationId="{389F0D0D-F451-B5DA-5BE2-736DD8BC7C6C}"/>
          </ac:spMkLst>
        </pc:spChg>
        <pc:spChg chg="add mod ord">
          <ac:chgData name="Edmund WEE (TP)" userId="1aeff9e9-75c8-437e-9382-defeb26b795c" providerId="ADAL" clId="{114014A8-C605-4144-AADB-3E73113CE3EA}" dt="2026-03-23T02:00:20.614" v="100" actId="700"/>
          <ac:spMkLst>
            <pc:docMk/>
            <pc:sldMk cId="185385983" sldId="260"/>
            <ac:spMk id="6" creationId="{5A8B8F1A-AC18-D2CB-364B-0B70A3102DFD}"/>
          </ac:spMkLst>
        </pc:spChg>
      </pc:sldChg>
      <pc:sldChg chg="addSp delSp new mod modClrScheme chgLayout">
        <pc:chgData name="Edmund WEE (TP)" userId="1aeff9e9-75c8-437e-9382-defeb26b795c" providerId="ADAL" clId="{114014A8-C605-4144-AADB-3E73113CE3EA}" dt="2026-03-23T02:01:58.586" v="117" actId="700"/>
        <pc:sldMkLst>
          <pc:docMk/>
          <pc:sldMk cId="2261257851" sldId="261"/>
        </pc:sldMkLst>
        <pc:spChg chg="del">
          <ac:chgData name="Edmund WEE (TP)" userId="1aeff9e9-75c8-437e-9382-defeb26b795c" providerId="ADAL" clId="{114014A8-C605-4144-AADB-3E73113CE3EA}" dt="2026-03-23T02:01:58.586" v="117" actId="700"/>
          <ac:spMkLst>
            <pc:docMk/>
            <pc:sldMk cId="2261257851" sldId="261"/>
            <ac:spMk id="2" creationId="{8600F5A2-9D2B-6758-F581-EBEBD6DA8A78}"/>
          </ac:spMkLst>
        </pc:spChg>
        <pc:picChg chg="add del">
          <ac:chgData name="Edmund WEE (TP)" userId="1aeff9e9-75c8-437e-9382-defeb26b795c" providerId="ADAL" clId="{114014A8-C605-4144-AADB-3E73113CE3EA}" dt="2026-03-23T02:01:19.016" v="110" actId="478"/>
          <ac:picMkLst>
            <pc:docMk/>
            <pc:sldMk cId="2261257851" sldId="261"/>
            <ac:picMk id="4" creationId="{0976DF72-D295-4DC7-9980-30F69E9B5FFF}"/>
          </ac:picMkLst>
        </pc:picChg>
        <pc:picChg chg="add">
          <ac:chgData name="Edmund WEE (TP)" userId="1aeff9e9-75c8-437e-9382-defeb26b795c" providerId="ADAL" clId="{114014A8-C605-4144-AADB-3E73113CE3EA}" dt="2026-03-23T02:01:19.382" v="111" actId="22"/>
          <ac:picMkLst>
            <pc:docMk/>
            <pc:sldMk cId="2261257851" sldId="261"/>
            <ac:picMk id="6" creationId="{634AD6BF-CF62-5302-C148-28521C244C9B}"/>
          </ac:picMkLst>
        </pc:picChg>
      </pc:sldChg>
      <pc:sldChg chg="addSp delSp new mod modClrScheme chgLayout">
        <pc:chgData name="Edmund WEE (TP)" userId="1aeff9e9-75c8-437e-9382-defeb26b795c" providerId="ADAL" clId="{114014A8-C605-4144-AADB-3E73113CE3EA}" dt="2026-03-23T02:01:39.089" v="113" actId="22"/>
        <pc:sldMkLst>
          <pc:docMk/>
          <pc:sldMk cId="3635687887" sldId="262"/>
        </pc:sldMkLst>
        <pc:spChg chg="del">
          <ac:chgData name="Edmund WEE (TP)" userId="1aeff9e9-75c8-437e-9382-defeb26b795c" providerId="ADAL" clId="{114014A8-C605-4144-AADB-3E73113CE3EA}" dt="2026-03-23T02:01:38.224" v="112" actId="700"/>
          <ac:spMkLst>
            <pc:docMk/>
            <pc:sldMk cId="3635687887" sldId="262"/>
            <ac:spMk id="2" creationId="{031F161A-A48C-9D4A-3BC5-B6D817721B4C}"/>
          </ac:spMkLst>
        </pc:spChg>
        <pc:picChg chg="add">
          <ac:chgData name="Edmund WEE (TP)" userId="1aeff9e9-75c8-437e-9382-defeb26b795c" providerId="ADAL" clId="{114014A8-C605-4144-AADB-3E73113CE3EA}" dt="2026-03-23T02:01:39.089" v="113" actId="22"/>
          <ac:picMkLst>
            <pc:docMk/>
            <pc:sldMk cId="3635687887" sldId="262"/>
            <ac:picMk id="4" creationId="{1BE6E9C9-2092-D3C0-DFE7-09781C6AA8D5}"/>
          </ac:picMkLst>
        </pc:picChg>
      </pc:sldChg>
      <pc:sldChg chg="addSp delSp modSp new mod modClrScheme chgLayout">
        <pc:chgData name="Edmund WEE (TP)" userId="1aeff9e9-75c8-437e-9382-defeb26b795c" providerId="ADAL" clId="{114014A8-C605-4144-AADB-3E73113CE3EA}" dt="2026-03-23T02:00:37.768" v="105" actId="20577"/>
        <pc:sldMkLst>
          <pc:docMk/>
          <pc:sldMk cId="3512952737" sldId="263"/>
        </pc:sldMkLst>
        <pc:spChg chg="del mod ord">
          <ac:chgData name="Edmund WEE (TP)" userId="1aeff9e9-75c8-437e-9382-defeb26b795c" providerId="ADAL" clId="{114014A8-C605-4144-AADB-3E73113CE3EA}" dt="2026-03-23T02:00:35.978" v="103" actId="700"/>
          <ac:spMkLst>
            <pc:docMk/>
            <pc:sldMk cId="3512952737" sldId="263"/>
            <ac:spMk id="2" creationId="{65603A92-3128-608E-C0B0-256C4FB8328E}"/>
          </ac:spMkLst>
        </pc:spChg>
        <pc:spChg chg="add mod ord">
          <ac:chgData name="Edmund WEE (TP)" userId="1aeff9e9-75c8-437e-9382-defeb26b795c" providerId="ADAL" clId="{114014A8-C605-4144-AADB-3E73113CE3EA}" dt="2026-03-23T02:00:37.768" v="105" actId="20577"/>
          <ac:spMkLst>
            <pc:docMk/>
            <pc:sldMk cId="3512952737" sldId="263"/>
            <ac:spMk id="3" creationId="{12F4A10F-E6DB-3F9B-C7DF-B0B4003C5B09}"/>
          </ac:spMkLst>
        </pc:spChg>
        <pc:spChg chg="add mod ord">
          <ac:chgData name="Edmund WEE (TP)" userId="1aeff9e9-75c8-437e-9382-defeb26b795c" providerId="ADAL" clId="{114014A8-C605-4144-AADB-3E73113CE3EA}" dt="2026-03-23T02:00:35.978" v="103" actId="700"/>
          <ac:spMkLst>
            <pc:docMk/>
            <pc:sldMk cId="3512952737" sldId="263"/>
            <ac:spMk id="4" creationId="{DBE5AF39-E7C3-F534-D57A-873FC61A4563}"/>
          </ac:spMkLst>
        </pc:spChg>
      </pc:sldChg>
      <pc:sldChg chg="addSp delSp new mod modClrScheme chgLayout">
        <pc:chgData name="Edmund WEE (TP)" userId="1aeff9e9-75c8-437e-9382-defeb26b795c" providerId="ADAL" clId="{114014A8-C605-4144-AADB-3E73113CE3EA}" dt="2026-03-23T02:03:08.003" v="122" actId="22"/>
        <pc:sldMkLst>
          <pc:docMk/>
          <pc:sldMk cId="508721411" sldId="264"/>
        </pc:sldMkLst>
        <pc:spChg chg="del">
          <ac:chgData name="Edmund WEE (TP)" userId="1aeff9e9-75c8-437e-9382-defeb26b795c" providerId="ADAL" clId="{114014A8-C605-4144-AADB-3E73113CE3EA}" dt="2026-03-23T02:01:46.017" v="114" actId="700"/>
          <ac:spMkLst>
            <pc:docMk/>
            <pc:sldMk cId="508721411" sldId="264"/>
            <ac:spMk id="2" creationId="{F486716F-226E-A9D2-4A1C-82A514F7FA6F}"/>
          </ac:spMkLst>
        </pc:spChg>
        <pc:picChg chg="add">
          <ac:chgData name="Edmund WEE (TP)" userId="1aeff9e9-75c8-437e-9382-defeb26b795c" providerId="ADAL" clId="{114014A8-C605-4144-AADB-3E73113CE3EA}" dt="2026-03-23T02:03:08.003" v="122" actId="22"/>
          <ac:picMkLst>
            <pc:docMk/>
            <pc:sldMk cId="508721411" sldId="264"/>
            <ac:picMk id="4" creationId="{16B8FE65-54C2-E765-F495-6B2C64914396}"/>
          </ac:picMkLst>
        </pc:picChg>
      </pc:sldChg>
      <pc:sldChg chg="addSp delSp new mod ord modClrScheme chgLayout">
        <pc:chgData name="Edmund WEE (TP)" userId="1aeff9e9-75c8-437e-9382-defeb26b795c" providerId="ADAL" clId="{114014A8-C605-4144-AADB-3E73113CE3EA}" dt="2026-03-23T02:04:36.090" v="127" actId="22"/>
        <pc:sldMkLst>
          <pc:docMk/>
          <pc:sldMk cId="1073784964" sldId="265"/>
        </pc:sldMkLst>
        <pc:spChg chg="del">
          <ac:chgData name="Edmund WEE (TP)" userId="1aeff9e9-75c8-437e-9382-defeb26b795c" providerId="ADAL" clId="{114014A8-C605-4144-AADB-3E73113CE3EA}" dt="2026-03-23T02:01:47.438" v="115" actId="700"/>
          <ac:spMkLst>
            <pc:docMk/>
            <pc:sldMk cId="1073784964" sldId="265"/>
            <ac:spMk id="2" creationId="{B227BA6A-7D08-352F-D00B-B5CDF904C7C6}"/>
          </ac:spMkLst>
        </pc:spChg>
        <pc:picChg chg="add">
          <ac:chgData name="Edmund WEE (TP)" userId="1aeff9e9-75c8-437e-9382-defeb26b795c" providerId="ADAL" clId="{114014A8-C605-4144-AADB-3E73113CE3EA}" dt="2026-03-23T02:04:36.090" v="127" actId="22"/>
          <ac:picMkLst>
            <pc:docMk/>
            <pc:sldMk cId="1073784964" sldId="265"/>
            <ac:picMk id="4" creationId="{A63B2EE3-47CF-2018-ED56-8750C0236A7E}"/>
          </ac:picMkLst>
        </pc:picChg>
      </pc:sldChg>
      <pc:sldChg chg="addSp delSp modSp new mod modClrScheme chgLayout">
        <pc:chgData name="Edmund WEE (TP)" userId="1aeff9e9-75c8-437e-9382-defeb26b795c" providerId="ADAL" clId="{114014A8-C605-4144-AADB-3E73113CE3EA}" dt="2026-03-23T02:00:48.169" v="108" actId="20577"/>
        <pc:sldMkLst>
          <pc:docMk/>
          <pc:sldMk cId="2837533800" sldId="266"/>
        </pc:sldMkLst>
        <pc:spChg chg="del mod ord">
          <ac:chgData name="Edmund WEE (TP)" userId="1aeff9e9-75c8-437e-9382-defeb26b795c" providerId="ADAL" clId="{114014A8-C605-4144-AADB-3E73113CE3EA}" dt="2026-03-23T02:00:46.142" v="106" actId="700"/>
          <ac:spMkLst>
            <pc:docMk/>
            <pc:sldMk cId="2837533800" sldId="266"/>
            <ac:spMk id="2" creationId="{363D18A9-1ADE-52F1-2350-F01BFB4E8D38}"/>
          </ac:spMkLst>
        </pc:spChg>
        <pc:spChg chg="add mod ord">
          <ac:chgData name="Edmund WEE (TP)" userId="1aeff9e9-75c8-437e-9382-defeb26b795c" providerId="ADAL" clId="{114014A8-C605-4144-AADB-3E73113CE3EA}" dt="2026-03-23T02:00:48.169" v="108" actId="20577"/>
          <ac:spMkLst>
            <pc:docMk/>
            <pc:sldMk cId="2837533800" sldId="266"/>
            <ac:spMk id="3" creationId="{C78532CA-674D-AB6E-237F-0B3EBD7525E4}"/>
          </ac:spMkLst>
        </pc:spChg>
        <pc:spChg chg="add mod ord">
          <ac:chgData name="Edmund WEE (TP)" userId="1aeff9e9-75c8-437e-9382-defeb26b795c" providerId="ADAL" clId="{114014A8-C605-4144-AADB-3E73113CE3EA}" dt="2026-03-23T02:00:46.142" v="106" actId="700"/>
          <ac:spMkLst>
            <pc:docMk/>
            <pc:sldMk cId="2837533800" sldId="266"/>
            <ac:spMk id="4" creationId="{A50E4166-CAD1-A592-FD1F-917D1B634104}"/>
          </ac:spMkLst>
        </pc:spChg>
      </pc:sldChg>
      <pc:sldChg chg="addSp delSp new mod ord modClrScheme chgLayout">
        <pc:chgData name="Edmund WEE (TP)" userId="1aeff9e9-75c8-437e-9382-defeb26b795c" providerId="ADAL" clId="{114014A8-C605-4144-AADB-3E73113CE3EA}" dt="2026-03-23T02:05:17.887" v="130" actId="22"/>
        <pc:sldMkLst>
          <pc:docMk/>
          <pc:sldMk cId="889205570" sldId="267"/>
        </pc:sldMkLst>
        <pc:spChg chg="del">
          <ac:chgData name="Edmund WEE (TP)" userId="1aeff9e9-75c8-437e-9382-defeb26b795c" providerId="ADAL" clId="{114014A8-C605-4144-AADB-3E73113CE3EA}" dt="2026-03-23T02:01:49.288" v="116" actId="700"/>
          <ac:spMkLst>
            <pc:docMk/>
            <pc:sldMk cId="889205570" sldId="267"/>
            <ac:spMk id="2" creationId="{A92A7BFB-55BA-0C06-8AD4-7F8ED0F6C416}"/>
          </ac:spMkLst>
        </pc:spChg>
        <pc:picChg chg="add">
          <ac:chgData name="Edmund WEE (TP)" userId="1aeff9e9-75c8-437e-9382-defeb26b795c" providerId="ADAL" clId="{114014A8-C605-4144-AADB-3E73113CE3EA}" dt="2026-03-23T02:05:17.887" v="130" actId="22"/>
          <ac:picMkLst>
            <pc:docMk/>
            <pc:sldMk cId="889205570" sldId="267"/>
            <ac:picMk id="4" creationId="{48AA77B7-AC3F-918C-42DA-16C1A3991A2C}"/>
          </ac:picMkLst>
        </pc:picChg>
      </pc:sldChg>
      <pc:sldChg chg="addSp new mod">
        <pc:chgData name="Edmund WEE (TP)" userId="1aeff9e9-75c8-437e-9382-defeb26b795c" providerId="ADAL" clId="{114014A8-C605-4144-AADB-3E73113CE3EA}" dt="2026-03-23T02:02:21.677" v="119" actId="22"/>
        <pc:sldMkLst>
          <pc:docMk/>
          <pc:sldMk cId="3727674539" sldId="268"/>
        </pc:sldMkLst>
        <pc:picChg chg="add">
          <ac:chgData name="Edmund WEE (TP)" userId="1aeff9e9-75c8-437e-9382-defeb26b795c" providerId="ADAL" clId="{114014A8-C605-4144-AADB-3E73113CE3EA}" dt="2026-03-23T02:02:21.677" v="119" actId="22"/>
          <ac:picMkLst>
            <pc:docMk/>
            <pc:sldMk cId="3727674539" sldId="268"/>
            <ac:picMk id="3" creationId="{4B830BCC-1D0F-A88B-F0F3-119799AABB2F}"/>
          </ac:picMkLst>
        </pc:picChg>
      </pc:sldChg>
      <pc:sldChg chg="addSp new mod">
        <pc:chgData name="Edmund WEE (TP)" userId="1aeff9e9-75c8-437e-9382-defeb26b795c" providerId="ADAL" clId="{114014A8-C605-4144-AADB-3E73113CE3EA}" dt="2026-03-23T02:02:49.430" v="121" actId="22"/>
        <pc:sldMkLst>
          <pc:docMk/>
          <pc:sldMk cId="2238914434" sldId="269"/>
        </pc:sldMkLst>
        <pc:picChg chg="add">
          <ac:chgData name="Edmund WEE (TP)" userId="1aeff9e9-75c8-437e-9382-defeb26b795c" providerId="ADAL" clId="{114014A8-C605-4144-AADB-3E73113CE3EA}" dt="2026-03-23T02:02:49.430" v="121" actId="22"/>
          <ac:picMkLst>
            <pc:docMk/>
            <pc:sldMk cId="2238914434" sldId="269"/>
            <ac:picMk id="3" creationId="{E9F58734-A1E5-1378-A050-9297865D0516}"/>
          </ac:picMkLst>
        </pc:picChg>
      </pc:sldChg>
      <pc:sldChg chg="addSp new mod">
        <pc:chgData name="Edmund WEE (TP)" userId="1aeff9e9-75c8-437e-9382-defeb26b795c" providerId="ADAL" clId="{114014A8-C605-4144-AADB-3E73113CE3EA}" dt="2026-03-23T02:03:48.612" v="124" actId="22"/>
        <pc:sldMkLst>
          <pc:docMk/>
          <pc:sldMk cId="3045735662" sldId="270"/>
        </pc:sldMkLst>
        <pc:picChg chg="add">
          <ac:chgData name="Edmund WEE (TP)" userId="1aeff9e9-75c8-437e-9382-defeb26b795c" providerId="ADAL" clId="{114014A8-C605-4144-AADB-3E73113CE3EA}" dt="2026-03-23T02:03:48.612" v="124" actId="22"/>
          <ac:picMkLst>
            <pc:docMk/>
            <pc:sldMk cId="3045735662" sldId="270"/>
            <ac:picMk id="3" creationId="{39743B27-7F7D-4653-C4CE-0DCD056AB075}"/>
          </ac:picMkLst>
        </pc:picChg>
      </pc:sldChg>
      <pc:sldChg chg="addSp new mod">
        <pc:chgData name="Edmund WEE (TP)" userId="1aeff9e9-75c8-437e-9382-defeb26b795c" providerId="ADAL" clId="{114014A8-C605-4144-AADB-3E73113CE3EA}" dt="2026-03-23T02:05:29.964" v="132" actId="22"/>
        <pc:sldMkLst>
          <pc:docMk/>
          <pc:sldMk cId="250322996" sldId="271"/>
        </pc:sldMkLst>
        <pc:picChg chg="add">
          <ac:chgData name="Edmund WEE (TP)" userId="1aeff9e9-75c8-437e-9382-defeb26b795c" providerId="ADAL" clId="{114014A8-C605-4144-AADB-3E73113CE3EA}" dt="2026-03-23T02:05:29.964" v="132" actId="22"/>
          <ac:picMkLst>
            <pc:docMk/>
            <pc:sldMk cId="250322996" sldId="271"/>
            <ac:picMk id="3" creationId="{6B5F5916-829C-5D46-2DB6-402C10A2032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55DA28-A67B-4FB8-B597-F989A3D14BED}" type="datetimeFigureOut">
              <a:rPr lang="en-SG" smtClean="0"/>
              <a:t>23/03/2026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9ED940-0628-4EA9-8ACE-60DD38D614F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1813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3FE1B39-EF3E-4D49-9779-1439543499AA}" type="slidenum">
              <a:rPr lang="en-US" sz="1200">
                <a:solidFill>
                  <a:schemeClr val="tx1"/>
                </a:solidFill>
              </a:rPr>
              <a:pPr eaLnBrk="1" hangingPunct="1"/>
              <a:t>1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034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308A1C0-7C58-4804-AFA6-F00F738E1C53}" type="slidenum">
              <a:rPr lang="en-US" sz="1200">
                <a:solidFill>
                  <a:schemeClr val="tx1"/>
                </a:solidFill>
              </a:rPr>
              <a:pPr eaLnBrk="1" hangingPunct="1"/>
              <a:t>2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43072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rot="16200000">
            <a:off x="5334000" y="-457200"/>
            <a:ext cx="1524000" cy="12192000"/>
          </a:xfrm>
          <a:prstGeom prst="rect">
            <a:avLst/>
          </a:prstGeom>
          <a:gradFill>
            <a:gsLst>
              <a:gs pos="0">
                <a:srgbClr val="92D050"/>
              </a:gs>
              <a:gs pos="50000">
                <a:srgbClr val="92D050">
                  <a:alpha val="24000"/>
                </a:srgb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 userDrawn="1"/>
        </p:nvSpPr>
        <p:spPr>
          <a:xfrm rot="5400000">
            <a:off x="5334000" y="-304800"/>
            <a:ext cx="1524000" cy="12192000"/>
          </a:xfrm>
          <a:prstGeom prst="rect">
            <a:avLst/>
          </a:prstGeom>
          <a:gradFill>
            <a:gsLst>
              <a:gs pos="0">
                <a:srgbClr val="92D050"/>
              </a:gs>
              <a:gs pos="50000">
                <a:srgbClr val="92D050">
                  <a:alpha val="24000"/>
                </a:srgb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1200" y="4953000"/>
            <a:ext cx="10668000" cy="990600"/>
          </a:xfrm>
        </p:spPr>
        <p:txBody>
          <a:bodyPr>
            <a:normAutofit/>
          </a:bodyPr>
          <a:lstStyle>
            <a:lvl1pPr algn="r">
              <a:defRPr sz="34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1200" y="5791200"/>
            <a:ext cx="10668000" cy="457200"/>
          </a:xfrm>
          <a:noFill/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304801"/>
            <a:ext cx="6741003" cy="584333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 rot="16200000">
            <a:off x="8851901" y="1460501"/>
            <a:ext cx="76201" cy="6603997"/>
          </a:xfrm>
          <a:prstGeom prst="rect">
            <a:avLst/>
          </a:prstGeom>
          <a:gradFill>
            <a:gsLst>
              <a:gs pos="0">
                <a:srgbClr val="92D050"/>
              </a:gs>
              <a:gs pos="50000">
                <a:srgbClr val="92D050">
                  <a:alpha val="24000"/>
                </a:srgb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15035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rot="16200000">
            <a:off x="6057900" y="342898"/>
            <a:ext cx="76200" cy="12192003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76200"/>
            <a:ext cx="9753600" cy="1143000"/>
          </a:xfrm>
        </p:spPr>
        <p:txBody>
          <a:bodyPr>
            <a:normAutofit/>
          </a:bodyPr>
          <a:lstStyle>
            <a:lvl1pPr algn="l">
              <a:defRPr sz="3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1" y="1219200"/>
            <a:ext cx="9690705" cy="5029200"/>
          </a:xfrm>
          <a:noFill/>
        </p:spPr>
        <p:txBody>
          <a:bodyPr/>
          <a:lstStyle>
            <a:lvl1pPr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/>
          <p:cNvSpPr/>
          <p:nvPr userDrawn="1"/>
        </p:nvSpPr>
        <p:spPr>
          <a:xfrm rot="5400000">
            <a:off x="5935349" y="541651"/>
            <a:ext cx="321304" cy="121920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Box 6"/>
          <p:cNvSpPr txBox="1"/>
          <p:nvPr userDrawn="1"/>
        </p:nvSpPr>
        <p:spPr>
          <a:xfrm>
            <a:off x="5689600" y="6477000"/>
            <a:ext cx="6299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spc="80" baseline="0" dirty="0">
                <a:solidFill>
                  <a:schemeClr val="bg1"/>
                </a:solidFill>
              </a:rPr>
              <a:t>TEMASEK POLYTECHNIC  •  </a:t>
            </a:r>
            <a:r>
              <a:rPr lang="en-US" sz="1100" b="1" spc="80" baseline="0" dirty="0">
                <a:solidFill>
                  <a:schemeClr val="bg1"/>
                </a:solidFill>
              </a:rPr>
              <a:t>SCHOOL OF INFORMATICS &amp; IT</a:t>
            </a:r>
            <a:endParaRPr lang="en-US" sz="1100" spc="80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698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81E41C5-8C4D-4065-BE94-7EDA8E9A723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594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81E41C5-8C4D-4065-BE94-7EDA8E9A723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945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038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683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54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>
            <a:normAutofit/>
          </a:bodyPr>
          <a:lstStyle>
            <a:lvl1pPr algn="l">
              <a:defRPr sz="1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389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513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679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882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5200" y="228600"/>
            <a:ext cx="965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5200" y="1371600"/>
            <a:ext cx="9652000" cy="48006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5395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1524001"/>
            <a:ext cx="7848600" cy="192722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endParaRPr lang="en-US" sz="2500" dirty="0"/>
          </a:p>
        </p:txBody>
      </p:sp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1524000" y="6064250"/>
            <a:ext cx="9144000" cy="800100"/>
          </a:xfrm>
          <a:prstGeom prst="rect">
            <a:avLst/>
          </a:prstGeom>
          <a:solidFill>
            <a:srgbClr val="3333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>
                <a:solidFill>
                  <a:schemeClr val="tx1"/>
                </a:solidFill>
              </a:rPr>
              <a:t>			</a:t>
            </a:r>
          </a:p>
          <a:p>
            <a:pPr algn="r"/>
            <a:endParaRPr lang="en-US" sz="1800" i="1">
              <a:solidFill>
                <a:schemeClr val="tx1"/>
              </a:solidFill>
              <a:latin typeface="Arial Unicode MS" panose="020B0604020202020204" pitchFamily="34" charset="-128"/>
            </a:endParaRPr>
          </a:p>
          <a:p>
            <a:pPr algn="r"/>
            <a:r>
              <a:rPr lang="en-US" sz="1800" i="1">
                <a:solidFill>
                  <a:schemeClr val="tx1"/>
                </a:solidFill>
                <a:latin typeface="Arial Unicode MS" panose="020B0604020202020204" pitchFamily="34" charset="-128"/>
              </a:rPr>
              <a:t> </a:t>
            </a: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057400" y="4953000"/>
            <a:ext cx="80010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4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Vulnerability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>
              <a:defRPr/>
            </a:pPr>
            <a:r>
              <a:rPr lang="en-US" dirty="0"/>
              <a:t>Objectives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943100" y="1676400"/>
            <a:ext cx="8305800" cy="41148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Vulnerability Assessment (VA) Concepts</a:t>
            </a:r>
          </a:p>
          <a:p>
            <a:pPr eaLnBrk="1" hangingPunct="1"/>
            <a:r>
              <a:rPr lang="en-US" dirty="0"/>
              <a:t>VA Tools</a:t>
            </a:r>
          </a:p>
          <a:p>
            <a:pPr eaLnBrk="1" hangingPunct="1"/>
            <a:r>
              <a:rPr lang="en-US" dirty="0"/>
              <a:t>VA Reports</a:t>
            </a:r>
          </a:p>
        </p:txBody>
      </p:sp>
      <p:sp>
        <p:nvSpPr>
          <p:cNvPr id="7172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dirty="0"/>
              <a:t>Ethical Hacking and Network Defense</a:t>
            </a:r>
          </a:p>
        </p:txBody>
      </p:sp>
      <p:sp>
        <p:nvSpPr>
          <p:cNvPr id="7173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5FF8A09-5E13-47FD-94CB-8659100E7968}" type="slidenum">
              <a:rPr lang="en-US" sz="1400"/>
              <a:pPr eaLnBrk="1" hangingPunct="1"/>
              <a:t>2</a:t>
            </a:fld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89F0D0D-F451-B5DA-5BE2-736DD8BC7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Vulnerability Assessment (VA) Concepts</a:t>
            </a:r>
            <a:endParaRPr lang="en-SG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A8B8F1A-AC18-D2CB-364B-0B70A3102D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5385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34AD6BF-CF62-5302-C148-28521C244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966" y="218627"/>
            <a:ext cx="11060068" cy="642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257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E6E9C9-2092-D3C0-DFE7-09781C6AA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834" y="251969"/>
            <a:ext cx="11336332" cy="635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87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830BCC-1D0F-A88B-F0F3-119799AAB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60" y="328180"/>
            <a:ext cx="11317279" cy="620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674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AA77B7-AC3F-918C-42DA-16C1A3991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558"/>
            <a:ext cx="12192000" cy="6738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205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5F5916-829C-5D46-2DB6-402C10A20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1" y="0"/>
            <a:ext cx="120562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22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F58734-A1E5-1378-A050-9297865D0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2" y="318653"/>
            <a:ext cx="11431595" cy="622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14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F4A10F-E6DB-3F9B-C7DF-B0B4003C5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 Tools</a:t>
            </a:r>
            <a:endParaRPr lang="en-SG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5AF39-E7C3-F534-D57A-873FC61A45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12952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B8FE65-54C2-E765-F495-6B2C64914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44" y="275785"/>
            <a:ext cx="11183911" cy="630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721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743B27-7F7D-4653-C4CE-0DCD056AB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16" y="0"/>
            <a:ext cx="120107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735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8532CA-674D-AB6E-237F-0B3EBD752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 Reports</a:t>
            </a:r>
            <a:endParaRPr lang="en-SG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0E4166-CAD1-A592-FD1F-917D1B634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37533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3B2EE3-47CF-2018-ED56-8750C0236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63"/>
            <a:ext cx="12192000" cy="6830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784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8089</TotalTime>
  <Words>35</Words>
  <Application>Microsoft Office PowerPoint</Application>
  <PresentationFormat>Widescreen</PresentationFormat>
  <Paragraphs>15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Arial Unicode MS</vt:lpstr>
      <vt:lpstr>Calibri</vt:lpstr>
      <vt:lpstr>Office Theme</vt:lpstr>
      <vt:lpstr>PowerPoint Presentation</vt:lpstr>
      <vt:lpstr>Objectives</vt:lpstr>
      <vt:lpstr>Vulnerability Assessment (VA) Concepts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VA Tools</vt:lpstr>
      <vt:lpstr>PowerPoint Presentation</vt:lpstr>
      <vt:lpstr>PowerPoint Presentation</vt:lpstr>
      <vt:lpstr>VA Reports</vt:lpstr>
      <vt:lpstr>PowerPoint Presentation</vt:lpstr>
    </vt:vector>
  </TitlesOfParts>
  <Company>Temasek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yulin</dc:creator>
  <cp:lastModifiedBy>Edmund WEE (TP)</cp:lastModifiedBy>
  <cp:revision>812</cp:revision>
  <dcterms:created xsi:type="dcterms:W3CDTF">2012-02-09T05:42:03Z</dcterms:created>
  <dcterms:modified xsi:type="dcterms:W3CDTF">2026-03-23T02:05:32Z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cb20ed-001a-45f4-b2e7-234c5fc91178_Enabled">
    <vt:lpwstr>True</vt:lpwstr>
  </property>
  <property fmtid="{D5CDD505-2E9C-101B-9397-08002B2CF9AE}" pid="3" name="MSIP_Label_4bcb20ed-001a-45f4-b2e7-234c5fc91178_SiteId">
    <vt:lpwstr>25a99bf0-8e72-472a-ae50-adfbdf0df6f1</vt:lpwstr>
  </property>
  <property fmtid="{D5CDD505-2E9C-101B-9397-08002B2CF9AE}" pid="4" name="MSIP_Label_4bcb20ed-001a-45f4-b2e7-234c5fc91178_Owner">
    <vt:lpwstr>shamzah@TP.EDU.SG</vt:lpwstr>
  </property>
  <property fmtid="{D5CDD505-2E9C-101B-9397-08002B2CF9AE}" pid="5" name="MSIP_Label_4bcb20ed-001a-45f4-b2e7-234c5fc91178_SetDate">
    <vt:lpwstr>2019-12-12T16:11:24.3844753Z</vt:lpwstr>
  </property>
  <property fmtid="{D5CDD505-2E9C-101B-9397-08002B2CF9AE}" pid="6" name="MSIP_Label_4bcb20ed-001a-45f4-b2e7-234c5fc91178_Name">
    <vt:lpwstr>Official (Closed)</vt:lpwstr>
  </property>
  <property fmtid="{D5CDD505-2E9C-101B-9397-08002B2CF9AE}" pid="7" name="MSIP_Label_4bcb20ed-001a-45f4-b2e7-234c5fc91178_Application">
    <vt:lpwstr>Microsoft Azure Information Protection</vt:lpwstr>
  </property>
  <property fmtid="{D5CDD505-2E9C-101B-9397-08002B2CF9AE}" pid="8" name="MSIP_Label_4bcb20ed-001a-45f4-b2e7-234c5fc91178_ActionId">
    <vt:lpwstr>e9e0e61a-f8c5-420c-b625-1f10b52177be</vt:lpwstr>
  </property>
  <property fmtid="{D5CDD505-2E9C-101B-9397-08002B2CF9AE}" pid="9" name="MSIP_Label_4bcb20ed-001a-45f4-b2e7-234c5fc91178_Extended_MSFT_Method">
    <vt:lpwstr>Automatic</vt:lpwstr>
  </property>
  <property fmtid="{D5CDD505-2E9C-101B-9397-08002B2CF9AE}" pid="10" name="MSIP_Label_f69d7fc4-da81-42e5-b309-526f71322d86_Enabled">
    <vt:lpwstr>True</vt:lpwstr>
  </property>
  <property fmtid="{D5CDD505-2E9C-101B-9397-08002B2CF9AE}" pid="11" name="MSIP_Label_f69d7fc4-da81-42e5-b309-526f71322d86_SiteId">
    <vt:lpwstr>25a99bf0-8e72-472a-ae50-adfbdf0df6f1</vt:lpwstr>
  </property>
  <property fmtid="{D5CDD505-2E9C-101B-9397-08002B2CF9AE}" pid="12" name="MSIP_Label_f69d7fc4-da81-42e5-b309-526f71322d86_Owner">
    <vt:lpwstr>shamzah@TP.EDU.SG</vt:lpwstr>
  </property>
  <property fmtid="{D5CDD505-2E9C-101B-9397-08002B2CF9AE}" pid="13" name="MSIP_Label_f69d7fc4-da81-42e5-b309-526f71322d86_SetDate">
    <vt:lpwstr>2019-12-12T16:11:24.3844753Z</vt:lpwstr>
  </property>
  <property fmtid="{D5CDD505-2E9C-101B-9397-08002B2CF9AE}" pid="14" name="MSIP_Label_f69d7fc4-da81-42e5-b309-526f71322d86_Name">
    <vt:lpwstr>Non-Sensitive</vt:lpwstr>
  </property>
  <property fmtid="{D5CDD505-2E9C-101B-9397-08002B2CF9AE}" pid="15" name="MSIP_Label_f69d7fc4-da81-42e5-b309-526f71322d86_Application">
    <vt:lpwstr>Microsoft Azure Information Protection</vt:lpwstr>
  </property>
  <property fmtid="{D5CDD505-2E9C-101B-9397-08002B2CF9AE}" pid="16" name="MSIP_Label_f69d7fc4-da81-42e5-b309-526f71322d86_ActionId">
    <vt:lpwstr>e9e0e61a-f8c5-420c-b625-1f10b52177be</vt:lpwstr>
  </property>
  <property fmtid="{D5CDD505-2E9C-101B-9397-08002B2CF9AE}" pid="17" name="MSIP_Label_f69d7fc4-da81-42e5-b309-526f71322d86_Parent">
    <vt:lpwstr>4bcb20ed-001a-45f4-b2e7-234c5fc91178</vt:lpwstr>
  </property>
  <property fmtid="{D5CDD505-2E9C-101B-9397-08002B2CF9AE}" pid="18" name="MSIP_Label_f69d7fc4-da81-42e5-b309-526f71322d86_Extended_MSFT_Method">
    <vt:lpwstr>Automatic</vt:lpwstr>
  </property>
  <property fmtid="{D5CDD505-2E9C-101B-9397-08002B2CF9AE}" pid="19" name="Sensitivity">
    <vt:lpwstr>Official (Closed) Non-Sensitive</vt:lpwstr>
  </property>
</Properties>
</file>