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4" r:id="rId2"/>
    <p:sldId id="266" r:id="rId3"/>
    <p:sldId id="256" r:id="rId4"/>
    <p:sldId id="262" r:id="rId5"/>
    <p:sldId id="263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FAA7F-7612-402C-A561-BD8623CF34D9}" v="110" dt="2026-04-20T03:04:51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214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KL Lee" userId="3f5f33d4-5cce-4f90-a6d8-c799bb48f4ce" providerId="ADAL" clId="{28D53883-6FB9-40CB-ADD6-A89B6A9224C4}"/>
    <pc:docChg chg="delSld">
      <pc:chgData name="Jason KL Lee" userId="3f5f33d4-5cce-4f90-a6d8-c799bb48f4ce" providerId="ADAL" clId="{28D53883-6FB9-40CB-ADD6-A89B6A9224C4}" dt="2026-04-20T07:29:01.156" v="1" actId="47"/>
      <pc:docMkLst>
        <pc:docMk/>
      </pc:docMkLst>
      <pc:sldChg chg="del">
        <pc:chgData name="Jason KL Lee" userId="3f5f33d4-5cce-4f90-a6d8-c799bb48f4ce" providerId="ADAL" clId="{28D53883-6FB9-40CB-ADD6-A89B6A9224C4}" dt="2026-04-20T07:29:01.156" v="1" actId="47"/>
        <pc:sldMkLst>
          <pc:docMk/>
          <pc:sldMk cId="206990810" sldId="267"/>
        </pc:sldMkLst>
      </pc:sldChg>
      <pc:sldChg chg="del">
        <pc:chgData name="Jason KL Lee" userId="3f5f33d4-5cce-4f90-a6d8-c799bb48f4ce" providerId="ADAL" clId="{28D53883-6FB9-40CB-ADD6-A89B6A9224C4}" dt="2026-04-20T07:29:01.156" v="1" actId="47"/>
        <pc:sldMkLst>
          <pc:docMk/>
          <pc:sldMk cId="387553429" sldId="269"/>
        </pc:sldMkLst>
      </pc:sldChg>
      <pc:sldChg chg="del">
        <pc:chgData name="Jason KL Lee" userId="3f5f33d4-5cce-4f90-a6d8-c799bb48f4ce" providerId="ADAL" clId="{28D53883-6FB9-40CB-ADD6-A89B6A9224C4}" dt="2026-04-20T07:29:01.156" v="1" actId="47"/>
        <pc:sldMkLst>
          <pc:docMk/>
          <pc:sldMk cId="1645591094" sldId="270"/>
        </pc:sldMkLst>
      </pc:sldChg>
      <pc:sldChg chg="del">
        <pc:chgData name="Jason KL Lee" userId="3f5f33d4-5cce-4f90-a6d8-c799bb48f4ce" providerId="ADAL" clId="{28D53883-6FB9-40CB-ADD6-A89B6A9224C4}" dt="2026-04-20T07:29:01.156" v="1" actId="47"/>
        <pc:sldMkLst>
          <pc:docMk/>
          <pc:sldMk cId="2575560041" sldId="271"/>
        </pc:sldMkLst>
      </pc:sldChg>
      <pc:sldChg chg="del">
        <pc:chgData name="Jason KL Lee" userId="3f5f33d4-5cce-4f90-a6d8-c799bb48f4ce" providerId="ADAL" clId="{28D53883-6FB9-40CB-ADD6-A89B6A9224C4}" dt="2026-04-20T07:29:01.156" v="1" actId="47"/>
        <pc:sldMkLst>
          <pc:docMk/>
          <pc:sldMk cId="1296047457" sldId="272"/>
        </pc:sldMkLst>
      </pc:sldChg>
      <pc:sldChg chg="del">
        <pc:chgData name="Jason KL Lee" userId="3f5f33d4-5cce-4f90-a6d8-c799bb48f4ce" providerId="ADAL" clId="{28D53883-6FB9-40CB-ADD6-A89B6A9224C4}" dt="2026-04-20T07:29:01.156" v="1" actId="47"/>
        <pc:sldMkLst>
          <pc:docMk/>
          <pc:sldMk cId="198702232" sldId="273"/>
        </pc:sldMkLst>
      </pc:sldChg>
      <pc:sldChg chg="del">
        <pc:chgData name="Jason KL Lee" userId="3f5f33d4-5cce-4f90-a6d8-c799bb48f4ce" providerId="ADAL" clId="{28D53883-6FB9-40CB-ADD6-A89B6A9224C4}" dt="2026-04-20T07:29:01.156" v="1" actId="47"/>
        <pc:sldMkLst>
          <pc:docMk/>
          <pc:sldMk cId="678773563" sldId="274"/>
        </pc:sldMkLst>
      </pc:sldChg>
      <pc:sldChg chg="del">
        <pc:chgData name="Jason KL Lee" userId="3f5f33d4-5cce-4f90-a6d8-c799bb48f4ce" providerId="ADAL" clId="{28D53883-6FB9-40CB-ADD6-A89B6A9224C4}" dt="2026-04-20T07:29:01.156" v="1" actId="47"/>
        <pc:sldMkLst>
          <pc:docMk/>
          <pc:sldMk cId="2076700116" sldId="275"/>
        </pc:sldMkLst>
      </pc:sldChg>
      <pc:sldChg chg="del">
        <pc:chgData name="Jason KL Lee" userId="3f5f33d4-5cce-4f90-a6d8-c799bb48f4ce" providerId="ADAL" clId="{28D53883-6FB9-40CB-ADD6-A89B6A9224C4}" dt="2026-04-20T07:29:01.156" v="1" actId="47"/>
        <pc:sldMkLst>
          <pc:docMk/>
          <pc:sldMk cId="2307329276" sldId="276"/>
        </pc:sldMkLst>
      </pc:sldChg>
      <pc:sldChg chg="del">
        <pc:chgData name="Jason KL Lee" userId="3f5f33d4-5cce-4f90-a6d8-c799bb48f4ce" providerId="ADAL" clId="{28D53883-6FB9-40CB-ADD6-A89B6A9224C4}" dt="2026-04-20T07:26:20.819" v="0" actId="2696"/>
        <pc:sldMkLst>
          <pc:docMk/>
          <pc:sldMk cId="2850289920" sldId="277"/>
        </pc:sldMkLst>
      </pc:sldChg>
      <pc:sldChg chg="del">
        <pc:chgData name="Jason KL Lee" userId="3f5f33d4-5cce-4f90-a6d8-c799bb48f4ce" providerId="ADAL" clId="{28D53883-6FB9-40CB-ADD6-A89B6A9224C4}" dt="2026-04-20T07:26:20.819" v="0" actId="2696"/>
        <pc:sldMkLst>
          <pc:docMk/>
          <pc:sldMk cId="631321188" sldId="278"/>
        </pc:sldMkLst>
      </pc:sldChg>
      <pc:sldChg chg="del">
        <pc:chgData name="Jason KL Lee" userId="3f5f33d4-5cce-4f90-a6d8-c799bb48f4ce" providerId="ADAL" clId="{28D53883-6FB9-40CB-ADD6-A89B6A9224C4}" dt="2026-04-20T07:26:20.819" v="0" actId="2696"/>
        <pc:sldMkLst>
          <pc:docMk/>
          <pc:sldMk cId="3932759382" sldId="27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9C019D-1E3F-4D4B-8771-5F6E3172274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192B3C2-D38F-4791-BC75-2E8061221862}">
      <dgm:prSet/>
      <dgm:spPr>
        <a:solidFill>
          <a:srgbClr val="0070C0"/>
        </a:solidFill>
      </dgm:spPr>
      <dgm:t>
        <a:bodyPr/>
        <a:lstStyle/>
        <a:p>
          <a:r>
            <a:rPr lang="en-US"/>
            <a:t>Linux jobs are everywhere; demand for Linux skills across industries.</a:t>
          </a:r>
        </a:p>
      </dgm:t>
    </dgm:pt>
    <dgm:pt modelId="{594C9D09-A313-4261-8D4A-70AA7C9834FF}" type="parTrans" cxnId="{C1C24D4C-A2E1-4113-A18C-5F5DF1D77A22}">
      <dgm:prSet/>
      <dgm:spPr/>
      <dgm:t>
        <a:bodyPr/>
        <a:lstStyle/>
        <a:p>
          <a:endParaRPr lang="en-US"/>
        </a:p>
      </dgm:t>
    </dgm:pt>
    <dgm:pt modelId="{8DB15335-2774-442E-B906-D8187A29C6E0}" type="sibTrans" cxnId="{C1C24D4C-A2E1-4113-A18C-5F5DF1D77A22}">
      <dgm:prSet/>
      <dgm:spPr/>
      <dgm:t>
        <a:bodyPr/>
        <a:lstStyle/>
        <a:p>
          <a:endParaRPr lang="en-US"/>
        </a:p>
      </dgm:t>
    </dgm:pt>
    <dgm:pt modelId="{A1743BEA-2D75-4FF6-AD0B-0A1F85E779B0}">
      <dgm:prSet/>
      <dgm:spPr>
        <a:solidFill>
          <a:srgbClr val="00B050"/>
        </a:solidFill>
      </dgm:spPr>
      <dgm:t>
        <a:bodyPr/>
        <a:lstStyle/>
        <a:p>
          <a:r>
            <a:rPr lang="en-US"/>
            <a:t>Fun and rewarding to work with Linux, though few people understand it.</a:t>
          </a:r>
        </a:p>
      </dgm:t>
    </dgm:pt>
    <dgm:pt modelId="{1E4FA99F-7B4F-4051-940F-A14E85325E21}" type="parTrans" cxnId="{ECDDD7BB-8229-4FDE-9DE7-CDC991C48AC7}">
      <dgm:prSet/>
      <dgm:spPr/>
      <dgm:t>
        <a:bodyPr/>
        <a:lstStyle/>
        <a:p>
          <a:endParaRPr lang="en-US"/>
        </a:p>
      </dgm:t>
    </dgm:pt>
    <dgm:pt modelId="{3B293E2E-69B8-49D7-9E22-06587A64E5A7}" type="sibTrans" cxnId="{ECDDD7BB-8229-4FDE-9DE7-CDC991C48AC7}">
      <dgm:prSet/>
      <dgm:spPr/>
      <dgm:t>
        <a:bodyPr/>
        <a:lstStyle/>
        <a:p>
          <a:endParaRPr lang="en-US"/>
        </a:p>
      </dgm:t>
    </dgm:pt>
    <dgm:pt modelId="{3BAB8ED1-71E2-4BF1-9E28-12E78F5E1A38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Linux experience may involve configuring systems, running servers, or managing services.</a:t>
          </a:r>
        </a:p>
      </dgm:t>
    </dgm:pt>
    <dgm:pt modelId="{E8659787-C2DB-4D40-B3D0-C6D17079598F}" type="parTrans" cxnId="{CBB02F6B-CA8D-4796-B4A8-C04082B8AECF}">
      <dgm:prSet/>
      <dgm:spPr/>
      <dgm:t>
        <a:bodyPr/>
        <a:lstStyle/>
        <a:p>
          <a:endParaRPr lang="en-US"/>
        </a:p>
      </dgm:t>
    </dgm:pt>
    <dgm:pt modelId="{B7404336-CC3F-4194-8F5C-FB2E68ED48AB}" type="sibTrans" cxnId="{CBB02F6B-CA8D-4796-B4A8-C04082B8AECF}">
      <dgm:prSet/>
      <dgm:spPr/>
      <dgm:t>
        <a:bodyPr/>
        <a:lstStyle/>
        <a:p>
          <a:endParaRPr lang="en-US"/>
        </a:p>
      </dgm:t>
    </dgm:pt>
    <dgm:pt modelId="{F393D784-0416-4EFE-A8CE-0A384C367297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/>
            <a:t>Linux administration now covers nearly all modern organizational tasks.</a:t>
          </a:r>
        </a:p>
      </dgm:t>
    </dgm:pt>
    <dgm:pt modelId="{FDBB8D18-8E10-47E9-93FD-8C0232F69EFB}" type="parTrans" cxnId="{CDA0D35E-5B5C-49E6-A26D-60B7A77BEE6C}">
      <dgm:prSet/>
      <dgm:spPr/>
      <dgm:t>
        <a:bodyPr/>
        <a:lstStyle/>
        <a:p>
          <a:endParaRPr lang="en-US"/>
        </a:p>
      </dgm:t>
    </dgm:pt>
    <dgm:pt modelId="{0BB004E0-EF2B-4773-9E47-FA2F9D05095C}" type="sibTrans" cxnId="{CDA0D35E-5B5C-49E6-A26D-60B7A77BEE6C}">
      <dgm:prSet/>
      <dgm:spPr/>
      <dgm:t>
        <a:bodyPr/>
        <a:lstStyle/>
        <a:p>
          <a:endParaRPr lang="en-US"/>
        </a:p>
      </dgm:t>
    </dgm:pt>
    <dgm:pt modelId="{C17FD07A-0D99-469F-9F1A-A66FAF7A5538}">
      <dgm:prSet/>
      <dgm:spPr>
        <a:solidFill>
          <a:srgbClr val="C00000"/>
        </a:solidFill>
      </dgm:spPr>
      <dgm:t>
        <a:bodyPr/>
        <a:lstStyle/>
        <a:p>
          <a:r>
            <a:rPr lang="en-US"/>
            <a:t>Learning Linux opens paths to cybersecurity, development, networking, big data, AI.</a:t>
          </a:r>
        </a:p>
      </dgm:t>
    </dgm:pt>
    <dgm:pt modelId="{27A7E5D8-2DDB-4768-BC98-A5C9981B801C}" type="parTrans" cxnId="{89D4C659-C6FE-4B9A-B0A1-ADC57ABDF439}">
      <dgm:prSet/>
      <dgm:spPr/>
      <dgm:t>
        <a:bodyPr/>
        <a:lstStyle/>
        <a:p>
          <a:endParaRPr lang="en-US"/>
        </a:p>
      </dgm:t>
    </dgm:pt>
    <dgm:pt modelId="{52A66E63-9708-45EB-B75B-E654F3047557}" type="sibTrans" cxnId="{89D4C659-C6FE-4B9A-B0A1-ADC57ABDF439}">
      <dgm:prSet/>
      <dgm:spPr/>
      <dgm:t>
        <a:bodyPr/>
        <a:lstStyle/>
        <a:p>
          <a:endParaRPr lang="en-US"/>
        </a:p>
      </dgm:t>
    </dgm:pt>
    <dgm:pt modelId="{C657EC23-2CC0-4E5D-ACAA-24CFD04306C2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Everyday activities (searching, streaming, shopping) often rely on Linux.</a:t>
          </a:r>
        </a:p>
      </dgm:t>
    </dgm:pt>
    <dgm:pt modelId="{E0315726-F5B6-4771-B74D-B0F1EA4A08E3}" type="parTrans" cxnId="{D53982EF-102D-45F2-8D00-33CD596B00CF}">
      <dgm:prSet/>
      <dgm:spPr/>
      <dgm:t>
        <a:bodyPr/>
        <a:lstStyle/>
        <a:p>
          <a:endParaRPr lang="en-US"/>
        </a:p>
      </dgm:t>
    </dgm:pt>
    <dgm:pt modelId="{9378167C-50E2-42DE-88C8-DA6E99ED907E}" type="sibTrans" cxnId="{D53982EF-102D-45F2-8D00-33CD596B00CF}">
      <dgm:prSet/>
      <dgm:spPr/>
      <dgm:t>
        <a:bodyPr/>
        <a:lstStyle/>
        <a:p>
          <a:endParaRPr lang="en-US"/>
        </a:p>
      </dgm:t>
    </dgm:pt>
    <dgm:pt modelId="{F369D5C4-F7F0-451D-810E-A3A7801AE9BE}" type="pres">
      <dgm:prSet presAssocID="{079C019D-1E3F-4D4B-8771-5F6E31722744}" presName="Name0" presStyleCnt="0">
        <dgm:presLayoutVars>
          <dgm:dir/>
          <dgm:resizeHandles val="exact"/>
        </dgm:presLayoutVars>
      </dgm:prSet>
      <dgm:spPr/>
    </dgm:pt>
    <dgm:pt modelId="{3095EE1E-9A9D-4FEA-A1E5-327BDA504CE1}" type="pres">
      <dgm:prSet presAssocID="{F192B3C2-D38F-4791-BC75-2E8061221862}" presName="node" presStyleLbl="node1" presStyleIdx="0" presStyleCnt="6">
        <dgm:presLayoutVars>
          <dgm:bulletEnabled val="1"/>
        </dgm:presLayoutVars>
      </dgm:prSet>
      <dgm:spPr/>
    </dgm:pt>
    <dgm:pt modelId="{10272385-653E-4747-8088-B80CBC201CE5}" type="pres">
      <dgm:prSet presAssocID="{8DB15335-2774-442E-B906-D8187A29C6E0}" presName="sibTrans" presStyleLbl="sibTrans1D1" presStyleIdx="0" presStyleCnt="5"/>
      <dgm:spPr/>
    </dgm:pt>
    <dgm:pt modelId="{C1C052D3-7BDD-489C-B9D6-D3EEC29B8ECB}" type="pres">
      <dgm:prSet presAssocID="{8DB15335-2774-442E-B906-D8187A29C6E0}" presName="connectorText" presStyleLbl="sibTrans1D1" presStyleIdx="0" presStyleCnt="5"/>
      <dgm:spPr/>
    </dgm:pt>
    <dgm:pt modelId="{786D7612-F318-449D-9108-582DC6C9AE00}" type="pres">
      <dgm:prSet presAssocID="{A1743BEA-2D75-4FF6-AD0B-0A1F85E779B0}" presName="node" presStyleLbl="node1" presStyleIdx="1" presStyleCnt="6">
        <dgm:presLayoutVars>
          <dgm:bulletEnabled val="1"/>
        </dgm:presLayoutVars>
      </dgm:prSet>
      <dgm:spPr/>
    </dgm:pt>
    <dgm:pt modelId="{B7308C57-7221-4134-8B44-929B8397136E}" type="pres">
      <dgm:prSet presAssocID="{3B293E2E-69B8-49D7-9E22-06587A64E5A7}" presName="sibTrans" presStyleLbl="sibTrans1D1" presStyleIdx="1" presStyleCnt="5"/>
      <dgm:spPr/>
    </dgm:pt>
    <dgm:pt modelId="{7D9DAFA9-5DB9-42F8-8D4B-5FFA889E63C9}" type="pres">
      <dgm:prSet presAssocID="{3B293E2E-69B8-49D7-9E22-06587A64E5A7}" presName="connectorText" presStyleLbl="sibTrans1D1" presStyleIdx="1" presStyleCnt="5"/>
      <dgm:spPr/>
    </dgm:pt>
    <dgm:pt modelId="{B7E391C8-BADD-4ACB-B835-E0D754AED06E}" type="pres">
      <dgm:prSet presAssocID="{3BAB8ED1-71E2-4BF1-9E28-12E78F5E1A38}" presName="node" presStyleLbl="node1" presStyleIdx="2" presStyleCnt="6">
        <dgm:presLayoutVars>
          <dgm:bulletEnabled val="1"/>
        </dgm:presLayoutVars>
      </dgm:prSet>
      <dgm:spPr/>
    </dgm:pt>
    <dgm:pt modelId="{3AE80773-F4F1-48BD-BA44-30D296793D02}" type="pres">
      <dgm:prSet presAssocID="{B7404336-CC3F-4194-8F5C-FB2E68ED48AB}" presName="sibTrans" presStyleLbl="sibTrans1D1" presStyleIdx="2" presStyleCnt="5"/>
      <dgm:spPr/>
    </dgm:pt>
    <dgm:pt modelId="{72BECD1F-1B86-4828-B0D0-11D0B71650D5}" type="pres">
      <dgm:prSet presAssocID="{B7404336-CC3F-4194-8F5C-FB2E68ED48AB}" presName="connectorText" presStyleLbl="sibTrans1D1" presStyleIdx="2" presStyleCnt="5"/>
      <dgm:spPr/>
    </dgm:pt>
    <dgm:pt modelId="{F7773DF9-6752-464A-9564-D86695097609}" type="pres">
      <dgm:prSet presAssocID="{F393D784-0416-4EFE-A8CE-0A384C367297}" presName="node" presStyleLbl="node1" presStyleIdx="3" presStyleCnt="6">
        <dgm:presLayoutVars>
          <dgm:bulletEnabled val="1"/>
        </dgm:presLayoutVars>
      </dgm:prSet>
      <dgm:spPr/>
    </dgm:pt>
    <dgm:pt modelId="{DFC7E165-AD27-49CA-8402-AB9425C8087A}" type="pres">
      <dgm:prSet presAssocID="{0BB004E0-EF2B-4773-9E47-FA2F9D05095C}" presName="sibTrans" presStyleLbl="sibTrans1D1" presStyleIdx="3" presStyleCnt="5"/>
      <dgm:spPr/>
    </dgm:pt>
    <dgm:pt modelId="{1FC16D2B-4D93-40F6-9C6A-022038756B9A}" type="pres">
      <dgm:prSet presAssocID="{0BB004E0-EF2B-4773-9E47-FA2F9D05095C}" presName="connectorText" presStyleLbl="sibTrans1D1" presStyleIdx="3" presStyleCnt="5"/>
      <dgm:spPr/>
    </dgm:pt>
    <dgm:pt modelId="{75B32370-08E2-4B94-921D-9937AE058F80}" type="pres">
      <dgm:prSet presAssocID="{C17FD07A-0D99-469F-9F1A-A66FAF7A5538}" presName="node" presStyleLbl="node1" presStyleIdx="4" presStyleCnt="6">
        <dgm:presLayoutVars>
          <dgm:bulletEnabled val="1"/>
        </dgm:presLayoutVars>
      </dgm:prSet>
      <dgm:spPr/>
    </dgm:pt>
    <dgm:pt modelId="{EA5D181E-3B03-4834-A625-F53335E1AC7C}" type="pres">
      <dgm:prSet presAssocID="{52A66E63-9708-45EB-B75B-E654F3047557}" presName="sibTrans" presStyleLbl="sibTrans1D1" presStyleIdx="4" presStyleCnt="5"/>
      <dgm:spPr/>
    </dgm:pt>
    <dgm:pt modelId="{3C90551D-5033-4B10-AB24-2C7D66334CD1}" type="pres">
      <dgm:prSet presAssocID="{52A66E63-9708-45EB-B75B-E654F3047557}" presName="connectorText" presStyleLbl="sibTrans1D1" presStyleIdx="4" presStyleCnt="5"/>
      <dgm:spPr/>
    </dgm:pt>
    <dgm:pt modelId="{5DE3C4DB-8B62-45D1-987B-171A96CA6B1B}" type="pres">
      <dgm:prSet presAssocID="{C657EC23-2CC0-4E5D-ACAA-24CFD04306C2}" presName="node" presStyleLbl="node1" presStyleIdx="5" presStyleCnt="6">
        <dgm:presLayoutVars>
          <dgm:bulletEnabled val="1"/>
        </dgm:presLayoutVars>
      </dgm:prSet>
      <dgm:spPr/>
    </dgm:pt>
  </dgm:ptLst>
  <dgm:cxnLst>
    <dgm:cxn modelId="{F2EF1A08-69C6-40A6-A3E3-910E3C4F9E0D}" type="presOf" srcId="{079C019D-1E3F-4D4B-8771-5F6E31722744}" destId="{F369D5C4-F7F0-451D-810E-A3A7801AE9BE}" srcOrd="0" destOrd="0" presId="urn:microsoft.com/office/officeart/2016/7/layout/RepeatingBendingProcessNew"/>
    <dgm:cxn modelId="{D7FCFA0B-1C08-4492-89C7-F458C75E4131}" type="presOf" srcId="{B7404336-CC3F-4194-8F5C-FB2E68ED48AB}" destId="{72BECD1F-1B86-4828-B0D0-11D0B71650D5}" srcOrd="1" destOrd="0" presId="urn:microsoft.com/office/officeart/2016/7/layout/RepeatingBendingProcessNew"/>
    <dgm:cxn modelId="{CD3B770C-963E-4798-A0FB-40032761B12C}" type="presOf" srcId="{F393D784-0416-4EFE-A8CE-0A384C367297}" destId="{F7773DF9-6752-464A-9564-D86695097609}" srcOrd="0" destOrd="0" presId="urn:microsoft.com/office/officeart/2016/7/layout/RepeatingBendingProcessNew"/>
    <dgm:cxn modelId="{DB1E2A27-3C78-472B-9CCD-B36E5B08499E}" type="presOf" srcId="{8DB15335-2774-442E-B906-D8187A29C6E0}" destId="{10272385-653E-4747-8088-B80CBC201CE5}" srcOrd="0" destOrd="0" presId="urn:microsoft.com/office/officeart/2016/7/layout/RepeatingBendingProcessNew"/>
    <dgm:cxn modelId="{A1CEC531-9E7A-4A09-8399-3E39685F8BD8}" type="presOf" srcId="{3B293E2E-69B8-49D7-9E22-06587A64E5A7}" destId="{B7308C57-7221-4134-8B44-929B8397136E}" srcOrd="0" destOrd="0" presId="urn:microsoft.com/office/officeart/2016/7/layout/RepeatingBendingProcessNew"/>
    <dgm:cxn modelId="{1BE9E237-789D-432C-BD79-D2DA11C442E4}" type="presOf" srcId="{0BB004E0-EF2B-4773-9E47-FA2F9D05095C}" destId="{DFC7E165-AD27-49CA-8402-AB9425C8087A}" srcOrd="0" destOrd="0" presId="urn:microsoft.com/office/officeart/2016/7/layout/RepeatingBendingProcessNew"/>
    <dgm:cxn modelId="{CDA0D35E-5B5C-49E6-A26D-60B7A77BEE6C}" srcId="{079C019D-1E3F-4D4B-8771-5F6E31722744}" destId="{F393D784-0416-4EFE-A8CE-0A384C367297}" srcOrd="3" destOrd="0" parTransId="{FDBB8D18-8E10-47E9-93FD-8C0232F69EFB}" sibTransId="{0BB004E0-EF2B-4773-9E47-FA2F9D05095C}"/>
    <dgm:cxn modelId="{F5534960-2948-4361-8746-E92544E9809D}" type="presOf" srcId="{52A66E63-9708-45EB-B75B-E654F3047557}" destId="{EA5D181E-3B03-4834-A625-F53335E1AC7C}" srcOrd="0" destOrd="0" presId="urn:microsoft.com/office/officeart/2016/7/layout/RepeatingBendingProcessNew"/>
    <dgm:cxn modelId="{CBB02F6B-CA8D-4796-B4A8-C04082B8AECF}" srcId="{079C019D-1E3F-4D4B-8771-5F6E31722744}" destId="{3BAB8ED1-71E2-4BF1-9E28-12E78F5E1A38}" srcOrd="2" destOrd="0" parTransId="{E8659787-C2DB-4D40-B3D0-C6D17079598F}" sibTransId="{B7404336-CC3F-4194-8F5C-FB2E68ED48AB}"/>
    <dgm:cxn modelId="{C1C24D4C-A2E1-4113-A18C-5F5DF1D77A22}" srcId="{079C019D-1E3F-4D4B-8771-5F6E31722744}" destId="{F192B3C2-D38F-4791-BC75-2E8061221862}" srcOrd="0" destOrd="0" parTransId="{594C9D09-A313-4261-8D4A-70AA7C9834FF}" sibTransId="{8DB15335-2774-442E-B906-D8187A29C6E0}"/>
    <dgm:cxn modelId="{3D863051-59BD-4B87-91BA-984D6917CC43}" type="presOf" srcId="{8DB15335-2774-442E-B906-D8187A29C6E0}" destId="{C1C052D3-7BDD-489C-B9D6-D3EEC29B8ECB}" srcOrd="1" destOrd="0" presId="urn:microsoft.com/office/officeart/2016/7/layout/RepeatingBendingProcessNew"/>
    <dgm:cxn modelId="{06347C56-49DB-4DFC-851A-CCA28E8988ED}" type="presOf" srcId="{3B293E2E-69B8-49D7-9E22-06587A64E5A7}" destId="{7D9DAFA9-5DB9-42F8-8D4B-5FFA889E63C9}" srcOrd="1" destOrd="0" presId="urn:microsoft.com/office/officeart/2016/7/layout/RepeatingBendingProcessNew"/>
    <dgm:cxn modelId="{89D4C659-C6FE-4B9A-B0A1-ADC57ABDF439}" srcId="{079C019D-1E3F-4D4B-8771-5F6E31722744}" destId="{C17FD07A-0D99-469F-9F1A-A66FAF7A5538}" srcOrd="4" destOrd="0" parTransId="{27A7E5D8-2DDB-4768-BC98-A5C9981B801C}" sibTransId="{52A66E63-9708-45EB-B75B-E654F3047557}"/>
    <dgm:cxn modelId="{DEF385B8-ECCA-4A84-88BD-70E490E100CA}" type="presOf" srcId="{A1743BEA-2D75-4FF6-AD0B-0A1F85E779B0}" destId="{786D7612-F318-449D-9108-582DC6C9AE00}" srcOrd="0" destOrd="0" presId="urn:microsoft.com/office/officeart/2016/7/layout/RepeatingBendingProcessNew"/>
    <dgm:cxn modelId="{ECDDD7BB-8229-4FDE-9DE7-CDC991C48AC7}" srcId="{079C019D-1E3F-4D4B-8771-5F6E31722744}" destId="{A1743BEA-2D75-4FF6-AD0B-0A1F85E779B0}" srcOrd="1" destOrd="0" parTransId="{1E4FA99F-7B4F-4051-940F-A14E85325E21}" sibTransId="{3B293E2E-69B8-49D7-9E22-06587A64E5A7}"/>
    <dgm:cxn modelId="{C6585ABC-BD88-45A7-8EE9-6C95B3AE9062}" type="presOf" srcId="{C657EC23-2CC0-4E5D-ACAA-24CFD04306C2}" destId="{5DE3C4DB-8B62-45D1-987B-171A96CA6B1B}" srcOrd="0" destOrd="0" presId="urn:microsoft.com/office/officeart/2016/7/layout/RepeatingBendingProcessNew"/>
    <dgm:cxn modelId="{37ECA7C1-66E0-4C65-861A-106FA688DEBF}" type="presOf" srcId="{52A66E63-9708-45EB-B75B-E654F3047557}" destId="{3C90551D-5033-4B10-AB24-2C7D66334CD1}" srcOrd="1" destOrd="0" presId="urn:microsoft.com/office/officeart/2016/7/layout/RepeatingBendingProcessNew"/>
    <dgm:cxn modelId="{EEC192D7-1A7F-4ACF-9F95-9B717BF7E2DB}" type="presOf" srcId="{C17FD07A-0D99-469F-9F1A-A66FAF7A5538}" destId="{75B32370-08E2-4B94-921D-9937AE058F80}" srcOrd="0" destOrd="0" presId="urn:microsoft.com/office/officeart/2016/7/layout/RepeatingBendingProcessNew"/>
    <dgm:cxn modelId="{FDA656D9-01B4-4EF0-B44C-581D8CFCEC3D}" type="presOf" srcId="{B7404336-CC3F-4194-8F5C-FB2E68ED48AB}" destId="{3AE80773-F4F1-48BD-BA44-30D296793D02}" srcOrd="0" destOrd="0" presId="urn:microsoft.com/office/officeart/2016/7/layout/RepeatingBendingProcessNew"/>
    <dgm:cxn modelId="{723278E0-9DD4-4D51-A4C4-6AE20CF69500}" type="presOf" srcId="{0BB004E0-EF2B-4773-9E47-FA2F9D05095C}" destId="{1FC16D2B-4D93-40F6-9C6A-022038756B9A}" srcOrd="1" destOrd="0" presId="urn:microsoft.com/office/officeart/2016/7/layout/RepeatingBendingProcessNew"/>
    <dgm:cxn modelId="{101EA6ED-B837-407A-A8B0-D8CFB4CDE905}" type="presOf" srcId="{3BAB8ED1-71E2-4BF1-9E28-12E78F5E1A38}" destId="{B7E391C8-BADD-4ACB-B835-E0D754AED06E}" srcOrd="0" destOrd="0" presId="urn:microsoft.com/office/officeart/2016/7/layout/RepeatingBendingProcessNew"/>
    <dgm:cxn modelId="{D53982EF-102D-45F2-8D00-33CD596B00CF}" srcId="{079C019D-1E3F-4D4B-8771-5F6E31722744}" destId="{C657EC23-2CC0-4E5D-ACAA-24CFD04306C2}" srcOrd="5" destOrd="0" parTransId="{E0315726-F5B6-4771-B74D-B0F1EA4A08E3}" sibTransId="{9378167C-50E2-42DE-88C8-DA6E99ED907E}"/>
    <dgm:cxn modelId="{836F1DFE-90E7-4DAA-9249-57730EAD578A}" type="presOf" srcId="{F192B3C2-D38F-4791-BC75-2E8061221862}" destId="{3095EE1E-9A9D-4FEA-A1E5-327BDA504CE1}" srcOrd="0" destOrd="0" presId="urn:microsoft.com/office/officeart/2016/7/layout/RepeatingBendingProcessNew"/>
    <dgm:cxn modelId="{23B954A0-692C-42C1-87F2-B0FC503C46ED}" type="presParOf" srcId="{F369D5C4-F7F0-451D-810E-A3A7801AE9BE}" destId="{3095EE1E-9A9D-4FEA-A1E5-327BDA504CE1}" srcOrd="0" destOrd="0" presId="urn:microsoft.com/office/officeart/2016/7/layout/RepeatingBendingProcessNew"/>
    <dgm:cxn modelId="{D98CC12A-66E0-44BF-90C9-487F1C7C9D5E}" type="presParOf" srcId="{F369D5C4-F7F0-451D-810E-A3A7801AE9BE}" destId="{10272385-653E-4747-8088-B80CBC201CE5}" srcOrd="1" destOrd="0" presId="urn:microsoft.com/office/officeart/2016/7/layout/RepeatingBendingProcessNew"/>
    <dgm:cxn modelId="{EF9BB762-4A49-4354-B02E-3EC2AA16DD3A}" type="presParOf" srcId="{10272385-653E-4747-8088-B80CBC201CE5}" destId="{C1C052D3-7BDD-489C-B9D6-D3EEC29B8ECB}" srcOrd="0" destOrd="0" presId="urn:microsoft.com/office/officeart/2016/7/layout/RepeatingBendingProcessNew"/>
    <dgm:cxn modelId="{64AA8DB8-BA6A-4972-B5F0-09999AEFE710}" type="presParOf" srcId="{F369D5C4-F7F0-451D-810E-A3A7801AE9BE}" destId="{786D7612-F318-449D-9108-582DC6C9AE00}" srcOrd="2" destOrd="0" presId="urn:microsoft.com/office/officeart/2016/7/layout/RepeatingBendingProcessNew"/>
    <dgm:cxn modelId="{0CC87EAC-F12F-4505-B872-3446B62C5153}" type="presParOf" srcId="{F369D5C4-F7F0-451D-810E-A3A7801AE9BE}" destId="{B7308C57-7221-4134-8B44-929B8397136E}" srcOrd="3" destOrd="0" presId="urn:microsoft.com/office/officeart/2016/7/layout/RepeatingBendingProcessNew"/>
    <dgm:cxn modelId="{A237B2AA-C37B-4C2B-AECA-CC16EFDA12A5}" type="presParOf" srcId="{B7308C57-7221-4134-8B44-929B8397136E}" destId="{7D9DAFA9-5DB9-42F8-8D4B-5FFA889E63C9}" srcOrd="0" destOrd="0" presId="urn:microsoft.com/office/officeart/2016/7/layout/RepeatingBendingProcessNew"/>
    <dgm:cxn modelId="{E834BAF3-458E-46B8-9F3F-94697971FB2C}" type="presParOf" srcId="{F369D5C4-F7F0-451D-810E-A3A7801AE9BE}" destId="{B7E391C8-BADD-4ACB-B835-E0D754AED06E}" srcOrd="4" destOrd="0" presId="urn:microsoft.com/office/officeart/2016/7/layout/RepeatingBendingProcessNew"/>
    <dgm:cxn modelId="{903CB622-1B68-4918-A392-2DF60FD2A1E2}" type="presParOf" srcId="{F369D5C4-F7F0-451D-810E-A3A7801AE9BE}" destId="{3AE80773-F4F1-48BD-BA44-30D296793D02}" srcOrd="5" destOrd="0" presId="urn:microsoft.com/office/officeart/2016/7/layout/RepeatingBendingProcessNew"/>
    <dgm:cxn modelId="{78233E16-D011-41AC-AE44-1DB513680489}" type="presParOf" srcId="{3AE80773-F4F1-48BD-BA44-30D296793D02}" destId="{72BECD1F-1B86-4828-B0D0-11D0B71650D5}" srcOrd="0" destOrd="0" presId="urn:microsoft.com/office/officeart/2016/7/layout/RepeatingBendingProcessNew"/>
    <dgm:cxn modelId="{EE3CCFDC-21FB-4238-8A2C-3A574B9A7D75}" type="presParOf" srcId="{F369D5C4-F7F0-451D-810E-A3A7801AE9BE}" destId="{F7773DF9-6752-464A-9564-D86695097609}" srcOrd="6" destOrd="0" presId="urn:microsoft.com/office/officeart/2016/7/layout/RepeatingBendingProcessNew"/>
    <dgm:cxn modelId="{86B4F4BE-6684-4CA2-97D8-88D3003E4920}" type="presParOf" srcId="{F369D5C4-F7F0-451D-810E-A3A7801AE9BE}" destId="{DFC7E165-AD27-49CA-8402-AB9425C8087A}" srcOrd="7" destOrd="0" presId="urn:microsoft.com/office/officeart/2016/7/layout/RepeatingBendingProcessNew"/>
    <dgm:cxn modelId="{3C5FB3A3-157C-4C51-8CC5-361F5F0C1C4E}" type="presParOf" srcId="{DFC7E165-AD27-49CA-8402-AB9425C8087A}" destId="{1FC16D2B-4D93-40F6-9C6A-022038756B9A}" srcOrd="0" destOrd="0" presId="urn:microsoft.com/office/officeart/2016/7/layout/RepeatingBendingProcessNew"/>
    <dgm:cxn modelId="{2B9C19E9-818D-4EA4-B8CA-86D2A27AE777}" type="presParOf" srcId="{F369D5C4-F7F0-451D-810E-A3A7801AE9BE}" destId="{75B32370-08E2-4B94-921D-9937AE058F80}" srcOrd="8" destOrd="0" presId="urn:microsoft.com/office/officeart/2016/7/layout/RepeatingBendingProcessNew"/>
    <dgm:cxn modelId="{3CD21AA3-EFA4-440F-AA7F-913CD9671AB7}" type="presParOf" srcId="{F369D5C4-F7F0-451D-810E-A3A7801AE9BE}" destId="{EA5D181E-3B03-4834-A625-F53335E1AC7C}" srcOrd="9" destOrd="0" presId="urn:microsoft.com/office/officeart/2016/7/layout/RepeatingBendingProcessNew"/>
    <dgm:cxn modelId="{2E239DD0-71FB-4E8C-9966-817A3DEF79B0}" type="presParOf" srcId="{EA5D181E-3B03-4834-A625-F53335E1AC7C}" destId="{3C90551D-5033-4B10-AB24-2C7D66334CD1}" srcOrd="0" destOrd="0" presId="urn:microsoft.com/office/officeart/2016/7/layout/RepeatingBendingProcessNew"/>
    <dgm:cxn modelId="{6849DE56-8621-4B65-9CD8-3C8A34410288}" type="presParOf" srcId="{F369D5C4-F7F0-451D-810E-A3A7801AE9BE}" destId="{5DE3C4DB-8B62-45D1-987B-171A96CA6B1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72385-653E-4747-8088-B80CBC201CE5}">
      <dsp:nvSpPr>
        <dsp:cNvPr id="0" name=""/>
        <dsp:cNvSpPr/>
      </dsp:nvSpPr>
      <dsp:spPr>
        <a:xfrm>
          <a:off x="3578798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5350" y="771083"/>
        <a:ext cx="29668" cy="5933"/>
      </dsp:txXfrm>
    </dsp:sp>
    <dsp:sp modelId="{3095EE1E-9A9D-4FEA-A1E5-327BDA504CE1}">
      <dsp:nvSpPr>
        <dsp:cNvPr id="0" name=""/>
        <dsp:cNvSpPr/>
      </dsp:nvSpPr>
      <dsp:spPr>
        <a:xfrm>
          <a:off x="1000712" y="84"/>
          <a:ext cx="2579885" cy="1547931"/>
        </a:xfrm>
        <a:prstGeom prst="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Linux jobs are everywhere; demand for Linux skills across industries.</a:t>
          </a:r>
        </a:p>
      </dsp:txBody>
      <dsp:txXfrm>
        <a:off x="1000712" y="84"/>
        <a:ext cx="2579885" cy="1547931"/>
      </dsp:txXfrm>
    </dsp:sp>
    <dsp:sp modelId="{B7308C57-7221-4134-8B44-929B8397136E}">
      <dsp:nvSpPr>
        <dsp:cNvPr id="0" name=""/>
        <dsp:cNvSpPr/>
      </dsp:nvSpPr>
      <dsp:spPr>
        <a:xfrm>
          <a:off x="6752057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952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8609" y="771083"/>
        <a:ext cx="29668" cy="5933"/>
      </dsp:txXfrm>
    </dsp:sp>
    <dsp:sp modelId="{786D7612-F318-449D-9108-582DC6C9AE00}">
      <dsp:nvSpPr>
        <dsp:cNvPr id="0" name=""/>
        <dsp:cNvSpPr/>
      </dsp:nvSpPr>
      <dsp:spPr>
        <a:xfrm>
          <a:off x="4173971" y="84"/>
          <a:ext cx="2579885" cy="1547931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Fun and rewarding to work with Linux, though few people understand it.</a:t>
          </a:r>
        </a:p>
      </dsp:txBody>
      <dsp:txXfrm>
        <a:off x="4173971" y="84"/>
        <a:ext cx="2579885" cy="1547931"/>
      </dsp:txXfrm>
    </dsp:sp>
    <dsp:sp modelId="{3AE80773-F4F1-48BD-BA44-30D296793D02}">
      <dsp:nvSpPr>
        <dsp:cNvPr id="0" name=""/>
        <dsp:cNvSpPr/>
      </dsp:nvSpPr>
      <dsp:spPr>
        <a:xfrm>
          <a:off x="2290655" y="1546215"/>
          <a:ext cx="6346518" cy="562773"/>
        </a:xfrm>
        <a:custGeom>
          <a:avLst/>
          <a:gdLst/>
          <a:ahLst/>
          <a:cxnLst/>
          <a:rect l="0" t="0" r="0" b="0"/>
          <a:pathLst>
            <a:path>
              <a:moveTo>
                <a:pt x="6346518" y="0"/>
              </a:moveTo>
              <a:lnTo>
                <a:pt x="6346518" y="298486"/>
              </a:lnTo>
              <a:lnTo>
                <a:pt x="0" y="298486"/>
              </a:lnTo>
              <a:lnTo>
                <a:pt x="0" y="562773"/>
              </a:lnTo>
            </a:path>
          </a:pathLst>
        </a:custGeom>
        <a:noFill/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04559" y="1824635"/>
        <a:ext cx="318709" cy="5933"/>
      </dsp:txXfrm>
    </dsp:sp>
    <dsp:sp modelId="{B7E391C8-BADD-4ACB-B835-E0D754AED06E}">
      <dsp:nvSpPr>
        <dsp:cNvPr id="0" name=""/>
        <dsp:cNvSpPr/>
      </dsp:nvSpPr>
      <dsp:spPr>
        <a:xfrm>
          <a:off x="7347230" y="84"/>
          <a:ext cx="2579885" cy="1547931"/>
        </a:xfrm>
        <a:prstGeom prst="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Linux experience may involve configuring systems, running servers, or managing services.</a:t>
          </a:r>
        </a:p>
      </dsp:txBody>
      <dsp:txXfrm>
        <a:off x="7347230" y="84"/>
        <a:ext cx="2579885" cy="1547931"/>
      </dsp:txXfrm>
    </dsp:sp>
    <dsp:sp modelId="{DFC7E165-AD27-49CA-8402-AB9425C8087A}">
      <dsp:nvSpPr>
        <dsp:cNvPr id="0" name=""/>
        <dsp:cNvSpPr/>
      </dsp:nvSpPr>
      <dsp:spPr>
        <a:xfrm>
          <a:off x="3578798" y="2869634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952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5350" y="2912388"/>
        <a:ext cx="29668" cy="5933"/>
      </dsp:txXfrm>
    </dsp:sp>
    <dsp:sp modelId="{F7773DF9-6752-464A-9564-D86695097609}">
      <dsp:nvSpPr>
        <dsp:cNvPr id="0" name=""/>
        <dsp:cNvSpPr/>
      </dsp:nvSpPr>
      <dsp:spPr>
        <a:xfrm>
          <a:off x="1000712" y="2141389"/>
          <a:ext cx="2579885" cy="1547931"/>
        </a:xfrm>
        <a:prstGeom prst="rect">
          <a:avLst/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Linux administration now covers nearly all modern organizational tasks.</a:t>
          </a:r>
        </a:p>
      </dsp:txBody>
      <dsp:txXfrm>
        <a:off x="1000712" y="2141389"/>
        <a:ext cx="2579885" cy="1547931"/>
      </dsp:txXfrm>
    </dsp:sp>
    <dsp:sp modelId="{EA5D181E-3B03-4834-A625-F53335E1AC7C}">
      <dsp:nvSpPr>
        <dsp:cNvPr id="0" name=""/>
        <dsp:cNvSpPr/>
      </dsp:nvSpPr>
      <dsp:spPr>
        <a:xfrm>
          <a:off x="6752057" y="2869634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8609" y="2912388"/>
        <a:ext cx="29668" cy="5933"/>
      </dsp:txXfrm>
    </dsp:sp>
    <dsp:sp modelId="{75B32370-08E2-4B94-921D-9937AE058F80}">
      <dsp:nvSpPr>
        <dsp:cNvPr id="0" name=""/>
        <dsp:cNvSpPr/>
      </dsp:nvSpPr>
      <dsp:spPr>
        <a:xfrm>
          <a:off x="4173971" y="2141389"/>
          <a:ext cx="2579885" cy="1547931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Learning Linux opens paths to cybersecurity, development, networking, big data, AI.</a:t>
          </a:r>
        </a:p>
      </dsp:txBody>
      <dsp:txXfrm>
        <a:off x="4173971" y="2141389"/>
        <a:ext cx="2579885" cy="1547931"/>
      </dsp:txXfrm>
    </dsp:sp>
    <dsp:sp modelId="{5DE3C4DB-8B62-45D1-987B-171A96CA6B1B}">
      <dsp:nvSpPr>
        <dsp:cNvPr id="0" name=""/>
        <dsp:cNvSpPr/>
      </dsp:nvSpPr>
      <dsp:spPr>
        <a:xfrm>
          <a:off x="7347230" y="2141389"/>
          <a:ext cx="2579885" cy="1547931"/>
        </a:xfrm>
        <a:prstGeom prst="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Everyday activities (searching, streaming, shopping) often rely on Linux.</a:t>
          </a:r>
        </a:p>
      </dsp:txBody>
      <dsp:txXfrm>
        <a:off x="7347230" y="2141389"/>
        <a:ext cx="2579885" cy="1547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37:54.4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24575,'0'3'0,"1"1"0,0-1 0,0 0 0,0 1 0,1-1 0,-1 0 0,1 0 0,0 0 0,3 5 0,8 13 0,3 20 0,-1 2 0,-1 0 0,-3 1 0,-2 0 0,-1 0 0,-3 1 0,0 70 0,-4-88 0,2 0 0,1-1 0,1 1 0,1-1 0,10 28 0,13 54 0,-20-41 0,-7-41 0,9 39 0,31 65 0,-3-14 0,-34-89 0,0 0 0,-2 0 0,1 43 0,-3-36 0,8 58 0,2-32 0,2 111 0,-14 65 0,-1-83 0,2 61-1365,0-183-5461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38:01.0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37:47.3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37:49.6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38:03.6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915 1 24575,'0'1273'0,"1"-1267"0,-1 0 0,-1 1 0,1-1 0,-1 1 0,-4 11 0,5-17 0,0-1 0,0 1 0,-1 0 0,1-1 0,0 1 0,-1 0 0,1-1 0,-1 1 0,1 0 0,-1-1 0,1 1 0,-1-1 0,1 1 0,-1-1 0,0 1 0,1-1 0,-1 0 0,0 1 0,1-1 0,-1 0 0,0 1 0,-1-1 0,1 0 0,-1 0 0,1 0 0,-1-1 0,1 1 0,-1 0 0,1-1 0,-1 1 0,1-1 0,-1 0 0,1 1 0,0-1 0,0 0 0,-1 0 0,1 0 0,0 0 0,-1-1 0,-26-25 0,2-2 0,1 0 0,-33-51 0,23 31 0,13 16 0,1 0 0,1-2 0,2 0 0,1-1 0,-17-57 0,32 85 0,-1-1 0,0 1 0,0 0 0,-1 0 0,0 0 0,0 0 0,-1 1 0,0 0 0,0 0 0,-1 0 0,0 0 0,0 1 0,-1 0 0,0 0 0,0 1 0,0 0 0,0 0 0,-1 1 0,0 0 0,0 0 0,0 0 0,0 1 0,0 1 0,-1-1 0,-9 0 0,-20-2 0,0 3 0,0 1 0,0 1 0,0 3 0,0 1 0,1 1 0,-57 17 0,64-10 0,18-3 0,12-8 0,0-1 0,0 0 0,-1 1 0,1-1 0,0 0 0,0 1 0,0-1 0,0 0 0,0 0 0,1 1 0,-1-1 0,0 0 0,0 1 0,0-1 0,0 0 0,0 0 0,0 1 0,0-1 0,0 0 0,1 0 0,-1 1 0,0-1 0,0 0 0,0 0 0,1 1 0,-1-1 0,0 0 0,0 0 0,1 0 0,-1 0 0,0 1 0,0-1 0,1 0 0,-1 0 0,0 0 0,1 0 0,-1 0 0,0 0 0,0 0 0,1 0 0,16 5 0,0-1 0,0-1 0,1-1 0,-1-1 0,1 0 0,28-3 0,-17 2 0,95-9 105,222-43 0,-109 12-1680,-182 33-5251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38:12.7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679 1870 24575,'0'-5'0,"0"-71"0,-2 0 0,-18-111 0,-80-197 0,17 77 0,66 237 0,3-1 0,4-1 0,-3-95 0,13 134 0,0-25 0,10-87 0,-8 126 0,2 1 0,0 0 0,1 1 0,1-1 0,0 1 0,2 0 0,0 1 0,20-31 0,-27 45 0,1-1 0,0 1 0,0-1 0,0 1 0,0 0 0,1 0 0,-1 0 0,1 0 0,-1 0 0,1 1 0,0-1 0,-1 1 0,1 0 0,0 0 0,5-2 0,-6 3 0,1 0 0,-1 0 0,0 0 0,0 0 0,0 0 0,1 0 0,-1 1 0,0-1 0,0 1 0,0 0 0,0 0 0,0-1 0,0 1 0,0 0 0,0 1 0,0-1 0,0 0 0,0 1 0,-1-1 0,1 1 0,-1-1 0,3 4 0,3 4 0,-1 0 0,-1 1 0,0-1 0,0 1 0,-1 0 0,0 0 0,0 1 0,-2-1 0,1 1 0,-1-1 0,0 12 0,2 22 0,-3 59 0,-1-92 0,-5 353 0,5-356 0,0-1 0,1 1 0,0 0 0,0 0 0,4 14 0,-4-20 0,0 1 0,0-1 0,0 1 0,1-1 0,-1 1 0,1-1 0,0 0 0,0 0 0,-1 0 0,1 0 0,1 0 0,-1 0 0,0-1 0,0 1 0,1-1 0,-1 1 0,1-1 0,-1 0 0,1 0 0,3 1 0,38 8 0,0-1 0,1-3 0,56 1 0,-67-5 0,420 8 0,-650 29 0,185-36 0,-24 5 0,1 2 0,1 2 0,0 1 0,1 1 0,0 2 0,-39 26 0,67-39 0,0 0 0,1 0 0,-1 0 0,1 1 0,0 0 0,0-1 0,0 1 0,1 1 0,-1-1 0,1 0 0,0 0 0,0 1 0,1-1 0,-1 1 0,1 0 0,0-1 0,0 1 0,0 0 0,1 0 0,0 0 0,0 6 0,2 10 0,0-1 0,2 0 0,10 35 0,-7-30 0,0-4 0,0 0 0,15 28 0,-12-29 0,-1 0 0,9 33 0,-4-8 0,25 59 0,-36-99 0,4 18 0,0 1 0,-2 0 0,-1 0 0,0 0 0,-2 1 0,-1 39 0,-1-28 0,2 0 0,7 38 0,9 79 0,-13-88 0,2-19 0,21 79 0,-17-86 0,-1 1 0,6 73 0,-14-52 0,-2-37 0,1-1 0,0 0 0,2 1 0,0-1 0,2-1 0,8 25 0,16 47 0,-3 1 0,19 145 0,-34-171 0,6 14 0,-8-44 0,-2 1 0,2 42 0,-7 32 0,-2-116 0,-3-289 0,2 280 0,0 0 0,-1-1 0,0 1 0,0 0 0,-1 0 0,-1 1 0,0-1 0,-7-13 0,7 17 0,-1 1 0,1 0 0,-1 0 0,0 0 0,-1 0 0,1 1 0,-1 0 0,0 0 0,0 1 0,-1 0 0,1 0 0,-13-6 0,-38-13 0,0 3 0,-1 2 0,-95-17 0,-187-10 0,196 30 0,39 3 0,-212-34 0,316 46 0,0 0 0,0 0 0,0 0 0,0 0 0,0-1 0,-1 1 0,1 0 0,0-1 0,0 1 0,0-1 0,0 1 0,0-1 0,0 0 0,0 1 0,0-1 0,0 0 0,1 0 0,-1 1 0,-1-3 0,2 2 0,0 0 0,0 1 0,0-1 0,0 0 0,0 1 0,0-1 0,1 0 0,-1 1 0,0-1 0,0 1 0,1-1 0,-1 0 0,1 1 0,-1-1 0,0 1 0,1-1 0,-1 1 0,1-1 0,-1 1 0,1-1 0,0 1 0,-1 0 0,1-1 0,0 1 0,50-25 0,-50 25 0,452-149 0,-56 23 0,-388 122 0,9-2 0,1-2 0,20-11 0,-36 17 0,1 0 0,-1 0 0,1-1 0,-1 1 0,0-1 0,0 1 0,0-1 0,0 0 0,0 0 0,-1-1 0,0 1 0,1-1 0,-1 1 0,0-1 0,-1 1 0,3-7 0,-4 7 0,0 1 0,1 0 0,-2 0 0,1-1 0,0 1 0,0 0 0,-1 0 0,1 0 0,-1 0 0,0 0 0,0 0 0,0-1 0,0 2 0,0-1 0,0 0 0,0 0 0,0 0 0,-1 0 0,1 1 0,-1-1 0,1 1 0,-1-1 0,0 1 0,0 0 0,0-1 0,1 1 0,-5-1 0,-8-6 0,0 2 0,-29-10 0,24 9 0,-53-19 0,37 16 0,1-3 0,0-1 0,1-1 0,-33-22 0,63 36 0,0-1 0,0 0 0,0 0 0,0 0 0,1-1 0,0 1 0,-1-1 0,1 1 0,0-1 0,0 0 0,0 0 0,0 0 0,1 0 0,-1 0 0,1 0 0,0 0 0,0-1 0,0 1 0,0 0 0,1-1 0,-1 1 0,1-1 0,0 1 0,0-1 0,0 1 0,0 0 0,1-1 0,1-5 0,1-1 0,1 1 0,0 0 0,1 0 0,0 1 0,1-1 0,-1 1 0,2 0 0,11-12 0,-11 12 0,0 1 0,1 1 0,-1-1 0,15-8 0,-21 14 0,1 0 0,-1 0 0,1 0 0,0 1 0,-1-1 0,1 0 0,0 0 0,0 1 0,-1-1 0,1 1 0,0 0 0,0 0 0,0-1 0,0 1 0,0 0 0,-1 0 0,1 1 0,0-1 0,0 0 0,0 1 0,0-1 0,-1 1 0,1-1 0,0 1 0,0 0 0,-1 0 0,1 0 0,-1 0 0,1 0 0,-1 0 0,1 0 0,1 2 0,2 4 0,0 0 0,-1 0 0,1 1 0,-2 0 0,1-1 0,-1 2 0,0-1 0,0 0 0,-1 0 0,2 18 0,0 8 0,-2 49 0,-1-60 0,-1 80 0,1 28 0,18 145 0,4-147 0,47 147 0,-40-144 0,8 28 0,-30-129 0,0-1 0,-2 1 0,4 55 0,-7 96 0,-4-131 0,-1-15 0,-12 66 0,-2 8 0,9-60 0,-2 0 0,-2-1 0,-2-1 0,-2 0 0,-2-1 0,-44 83 0,61-128 0,-1 0 0,0-1 0,0 1 0,0-1 0,0 1 0,0-1 0,0 1 0,0-1 0,-1 0 0,1 1 0,-1-1 0,1 0 0,0 0 0,-1 0 0,0 0 0,-1 1 0,2-2 0,0 0 0,0 0 0,0 0 0,0 0 0,0 0 0,0 0 0,0 0 0,0 0 0,0 0 0,0 0 0,0-1 0,0 1 0,0 0 0,0-1 0,0 1 0,0-1 0,0 1 0,0-1 0,0 1 0,-1-2 0,-2-3 0,-1 1 0,1-1 0,0 0 0,0-1 0,1 1 0,0-1 0,-5-9 0,-11-30 0,2-1 0,2 0 0,-15-76 0,-10-152 0,35 230 0,-14-159-682,7-217-1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24853-FF7F-479A-B091-8D3B9EA4499F}" type="datetimeFigureOut">
              <a:rPr lang="en-SG" smtClean="0"/>
              <a:t>20 Apr 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A95C9-D0D6-49F7-B4C5-7338556B95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025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/>
              <a:t>There is a demand for Linux skills in just about every industry and job category –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Linux experience, it might refer to configuring systems, running web servers, or any number of other services and programs that operate on top of Linux.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Over time, Linux administration has evolved to encompass just about every task that a modern business, educational institution or government organization might use in their daily operations.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800" dirty="0"/>
              <a:t>Learning Linux opens paths </a:t>
            </a:r>
            <a:r>
              <a:rPr lang="en-US" sz="1800" dirty="0">
                <a:effectLst/>
              </a:rPr>
              <a:t>from cybersecurity to application and game development, system administration, networking, big data, and artificial intelligence; all of these fields are rooted in Linux.</a:t>
            </a:r>
            <a:endParaRPr lang="en-SG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9462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E.g. Utilities:</a:t>
            </a:r>
          </a:p>
          <a:p>
            <a:r>
              <a:rPr lang="en-US" b="1" dirty="0"/>
              <a:t>File Utilities </a:t>
            </a:r>
            <a:r>
              <a:rPr lang="en-US" b="0" dirty="0"/>
              <a:t>– let us </a:t>
            </a:r>
            <a:r>
              <a:rPr lang="en-US" dirty="0"/>
              <a:t>manipulate files and directories. If you've ever used a Linux terminal, you've used these: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en-US" dirty="0"/>
              <a:t>: Lists the contents of a directory.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</a:t>
            </a:r>
            <a:r>
              <a:rPr lang="en-US" dirty="0"/>
              <a:t>: Copies files or directories.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</a:t>
            </a:r>
            <a:r>
              <a:rPr lang="en-US" dirty="0"/>
              <a:t>: Moves or renames files,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chmod</a:t>
            </a:r>
            <a:r>
              <a:rPr lang="en-US" b="1" dirty="0"/>
              <a:t> /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chown</a:t>
            </a:r>
            <a:r>
              <a:rPr lang="en-US" dirty="0"/>
              <a:t>: Changes file permissions or ownership.</a:t>
            </a:r>
          </a:p>
          <a:p>
            <a:r>
              <a:rPr lang="en-US" b="1" dirty="0"/>
              <a:t>Text Processing Utilities </a:t>
            </a:r>
            <a:r>
              <a:rPr lang="en-US" dirty="0"/>
              <a:t>- powerful text manipulation tools, which are essential for scripting and system administration</a:t>
            </a:r>
          </a:p>
          <a:p>
            <a:r>
              <a:rPr lang="en-SG" dirty="0"/>
              <a:t>Development Utilities – Complier, execution of source code, Debugging programs, etc.</a:t>
            </a:r>
            <a:endParaRPr lang="en-US" dirty="0"/>
          </a:p>
          <a:p>
            <a:r>
              <a:rPr lang="en-US" b="1" dirty="0"/>
              <a:t>GNU</a:t>
            </a:r>
            <a:r>
              <a:rPr lang="en-US" dirty="0"/>
              <a:t> provides the essential tools and software that make the computer usable for humans.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7318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The open source philosophy is that you have a right to obtain the software source code and to modify it for your own use.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Linus </a:t>
            </a:r>
            <a:r>
              <a:rPr lang="en-SG" dirty="0">
                <a:effectLst/>
              </a:rPr>
              <a:t>Torvalds (</a:t>
            </a:r>
            <a:r>
              <a:rPr lang="en-US" dirty="0">
                <a:effectLst/>
              </a:rPr>
              <a:t>Finnish-born computer scientist studying at the University of Helsinki</a:t>
            </a:r>
            <a:r>
              <a:rPr lang="en-SG" dirty="0">
                <a:effectLst/>
              </a:rPr>
              <a:t>) </a:t>
            </a:r>
            <a:r>
              <a:rPr lang="en-US" dirty="0">
                <a:effectLst/>
              </a:rPr>
              <a:t>made the source programming code freely available, allowing others to join in and shape this fledgling operating system.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alongside this development was the GNU Project, created by Richard Stallman in 1983. … focuses on building an OS that mimic the UNIX operating system (developed at AT&amp;T Bell Labs in the 1970s), a “close” source that requires licensing and software certification. </a:t>
            </a:r>
          </a:p>
          <a:p>
            <a:r>
              <a:rPr lang="en-US" dirty="0">
                <a:effectLst/>
              </a:rPr>
              <a:t>So from this humble beginning, Linux has grown to be the dominant operating system on the Internet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077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Linux systems are bundled into distributions (kernel + tools + applications).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Distributions include storage setup, kernel installation, and software management.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Full-featured distributions provide system management tools and package managers.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Distributions serve different purposes: servers, desktops, industry-specific tools.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Major families: Red Hat, </a:t>
            </a:r>
            <a:r>
              <a:rPr lang="en-SG" sz="1200" dirty="0">
                <a:highlight>
                  <a:srgbClr val="FFFF00"/>
                </a:highlight>
              </a:rPr>
              <a:t>Debian</a:t>
            </a:r>
            <a:r>
              <a:rPr lang="en-SG" sz="1200" dirty="0"/>
              <a:t>, Slackware - </a:t>
            </a:r>
            <a:r>
              <a:rPr lang="en-US" dirty="0"/>
              <a:t>three names represent the </a:t>
            </a:r>
            <a:r>
              <a:rPr lang="en-US" b="1" dirty="0"/>
              <a:t>"founding fathers"</a:t>
            </a:r>
            <a:r>
              <a:rPr lang="en-US" dirty="0"/>
              <a:t> of Linux distributions. Each one took the Linux kernel and the GNU tools and organized them into a complete, installable package</a:t>
            </a:r>
            <a:endParaRPr lang="en-SG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Key differences include package managers, file locations, and philosophies.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2688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6.xml"/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5.xml"/><Relationship Id="rId5" Type="http://schemas.openxmlformats.org/officeDocument/2006/relationships/image" Target="../media/image2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40.png"/><Relationship Id="rId1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C67CFE-85FF-DA02-6B7F-07A1908E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90" y="431774"/>
            <a:ext cx="9121190" cy="801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2E283F4-AD81-05D6-2C96-E166F06DA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90" y="1590506"/>
            <a:ext cx="9500624" cy="499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4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C0E96-A336-3B57-6EB6-AC4BE577A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7BAE09-3CA5-85E0-369B-650430A85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574774"/>
            <a:ext cx="5266267" cy="3609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E26C21-AEAC-A4E0-A405-9408A0FF6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90" y="431774"/>
            <a:ext cx="9121190" cy="801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D555BC-09D1-A4DE-DD51-0B520E25A8B3}"/>
              </a:ext>
            </a:extLst>
          </p:cNvPr>
          <p:cNvSpPr/>
          <p:nvPr/>
        </p:nvSpPr>
        <p:spPr>
          <a:xfrm>
            <a:off x="3140529" y="3755088"/>
            <a:ext cx="2422071" cy="18554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DE1897-BA63-4D5B-C742-50881041D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295" y="5341671"/>
            <a:ext cx="2758438" cy="12444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C95CC9-5373-5400-283C-45DD80C4010A}"/>
              </a:ext>
            </a:extLst>
          </p:cNvPr>
          <p:cNvSpPr/>
          <p:nvPr/>
        </p:nvSpPr>
        <p:spPr>
          <a:xfrm>
            <a:off x="3024295" y="5664200"/>
            <a:ext cx="2631438" cy="52493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A29C93-1F6B-F43B-4844-84B1E8548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8" y="2179400"/>
            <a:ext cx="5873493" cy="40573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B47C59-B123-BF67-7B7E-18A5F29710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40" y="1896359"/>
            <a:ext cx="2548349" cy="46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51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SG" sz="4000" dirty="0">
                <a:solidFill>
                  <a:srgbClr val="FFFFFF"/>
                </a:solidFill>
              </a:rPr>
              <a:t>Linux is Everywhere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E87259-1273-748C-886B-F0EFCC9B6E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79908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2AF5A-F6D0-C756-A591-894397CF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884" y="4266878"/>
            <a:ext cx="3418990" cy="14121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dirty="0"/>
              <a:t>Linux is a Kernel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08BB0674-6F7B-C324-B10B-0CC0B7CFE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5239" b="9983"/>
          <a:stretch>
            <a:fillRect/>
          </a:stretch>
        </p:blipFill>
        <p:spPr>
          <a:xfrm>
            <a:off x="-3048" y="267150"/>
            <a:ext cx="9698716" cy="3626222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33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B5C3F-6D5B-3803-CD8C-8D9B8A4ED3AF}"/>
              </a:ext>
            </a:extLst>
          </p:cNvPr>
          <p:cNvSpPr txBox="1"/>
          <p:nvPr/>
        </p:nvSpPr>
        <p:spPr>
          <a:xfrm>
            <a:off x="5489311" y="3209438"/>
            <a:ext cx="6602797" cy="32960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Linux - refer to the combination of GNU and Linux (GNU/Linux)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Linux = the kernel of the system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Kernel manages CPU, RAM, and Drivers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GNU – is the OS with C compiler, text editors, and a command-line shell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GNU Provides the UI, Shell, and Utilities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934993-C696-B16A-CD8B-70997B97FC70}"/>
              </a:ext>
            </a:extLst>
          </p:cNvPr>
          <p:cNvSpPr txBox="1"/>
          <p:nvPr/>
        </p:nvSpPr>
        <p:spPr>
          <a:xfrm>
            <a:off x="440297" y="6405405"/>
            <a:ext cx="495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GNU</a:t>
            </a:r>
            <a:r>
              <a:rPr lang="en-US" dirty="0"/>
              <a:t> is a recursive acronym for </a:t>
            </a:r>
            <a:r>
              <a:rPr lang="en-US" b="1" dirty="0"/>
              <a:t>"GNU's Not Unix."</a:t>
            </a:r>
            <a:endParaRPr lang="en-S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2D4E223-DD5A-2051-CAC5-4EE6BE66C062}"/>
                  </a:ext>
                </a:extLst>
              </p14:cNvPr>
              <p14:cNvContentPartPr/>
              <p14:nvPr/>
            </p14:nvContentPartPr>
            <p14:xfrm>
              <a:off x="4336354" y="4819886"/>
              <a:ext cx="119520" cy="835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2D4E223-DD5A-2051-CAC5-4EE6BE66C0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0234" y="4813766"/>
                <a:ext cx="131760" cy="84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6F0A93C-5C78-A92F-AB40-C90E2919E011}"/>
              </a:ext>
            </a:extLst>
          </p:cNvPr>
          <p:cNvGrpSpPr/>
          <p:nvPr/>
        </p:nvGrpSpPr>
        <p:grpSpPr>
          <a:xfrm>
            <a:off x="3732994" y="4473566"/>
            <a:ext cx="917640" cy="1661040"/>
            <a:chOff x="3732994" y="4473566"/>
            <a:chExt cx="917640" cy="166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9F10843-F062-0255-8EA3-E002AF908AE8}"/>
                    </a:ext>
                  </a:extLst>
                </p14:cNvPr>
                <p14:cNvContentPartPr/>
                <p14:nvPr/>
              </p14:nvContentPartPr>
              <p14:xfrm>
                <a:off x="4650274" y="4976846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9F10843-F062-0255-8EA3-E002AF908A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87634" y="491420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5BBD09-A1D8-EA99-FFA6-26A3276F8160}"/>
                    </a:ext>
                  </a:extLst>
                </p14:cNvPr>
                <p14:cNvContentPartPr/>
                <p14:nvPr/>
              </p14:nvContentPartPr>
              <p14:xfrm>
                <a:off x="4140874" y="5159726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5BBD09-A1D8-EA99-FFA6-26A3276F81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34754" y="515360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F54122-AE89-193B-6B49-296953756FEC}"/>
                    </a:ext>
                  </a:extLst>
                </p14:cNvPr>
                <p14:cNvContentPartPr/>
                <p14:nvPr/>
              </p14:nvContentPartPr>
              <p14:xfrm>
                <a:off x="4271194" y="4963526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F54122-AE89-193B-6B49-296953756F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65074" y="495740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17AC46-2BF2-E098-863C-D193B79CB404}"/>
                    </a:ext>
                  </a:extLst>
                </p14:cNvPr>
                <p14:cNvContentPartPr/>
                <p14:nvPr/>
              </p14:nvContentPartPr>
              <p14:xfrm>
                <a:off x="3732994" y="5028686"/>
                <a:ext cx="341640" cy="48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17AC46-2BF2-E098-863C-D193B79CB40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69994" y="4966046"/>
                  <a:ext cx="46728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62237C8-5516-1E48-6C41-FB3518BDC220}"/>
                    </a:ext>
                  </a:extLst>
                </p14:cNvPr>
                <p14:cNvContentPartPr/>
                <p14:nvPr/>
              </p14:nvContentPartPr>
              <p14:xfrm>
                <a:off x="4079674" y="4473566"/>
                <a:ext cx="509400" cy="1661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62237C8-5516-1E48-6C41-FB3518BDC2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017034" y="4410926"/>
                  <a:ext cx="635040" cy="178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6134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3D89E-F797-626A-7A0A-CC54F68D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70"/>
            <a:ext cx="6283234" cy="1007042"/>
          </a:xfrm>
        </p:spPr>
        <p:txBody>
          <a:bodyPr anchor="b">
            <a:normAutofit/>
          </a:bodyPr>
          <a:lstStyle/>
          <a:p>
            <a:r>
              <a:rPr lang="en-SG" sz="5400" dirty="0"/>
              <a:t>Linux is Open Source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E5317C-89AD-6538-FF92-2CD3AA2CA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657782"/>
            <a:ext cx="5455920" cy="4535785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400" dirty="0"/>
              <a:t>Open source = right to access, modify, and share source code</a:t>
            </a:r>
          </a:p>
          <a:p>
            <a:r>
              <a:rPr lang="en-US" sz="2400" dirty="0"/>
              <a:t>Linux source code is freely available.</a:t>
            </a:r>
          </a:p>
          <a:p>
            <a:r>
              <a:rPr lang="en-US" sz="2400" dirty="0"/>
              <a:t>Linux is written in C, aiding adoption for internet servers.</a:t>
            </a:r>
          </a:p>
          <a:p>
            <a:r>
              <a:rPr lang="en-US" sz="2400" dirty="0"/>
              <a:t>Volunteer community shaped Linux, accelerating development and avoiding past mistakes.</a:t>
            </a:r>
          </a:p>
          <a:p>
            <a:endParaRPr lang="en-US" sz="24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CA4207-5864-5686-CE2F-B3C9F6D2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08" r="11314" b="-2"/>
          <a:stretch>
            <a:fillRect/>
          </a:stretch>
        </p:blipFill>
        <p:spPr>
          <a:xfrm>
            <a:off x="6400800" y="659968"/>
            <a:ext cx="5789677" cy="5772183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15316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Linux Has Distributions</a:t>
            </a:r>
          </a:p>
        </p:txBody>
      </p:sp>
      <p:pic>
        <p:nvPicPr>
          <p:cNvPr id="3074" name="Picture 2" descr="Why I picked MX Linux over other Linux distros — Insanity Works">
            <a:extLst>
              <a:ext uri="{FF2B5EF4-FFF2-40B4-BE49-F238E27FC236}">
                <a16:creationId xmlns:a16="http://schemas.microsoft.com/office/drawing/2014/main" id="{68A946E9-F0E5-2055-820C-7854C742B4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141" y="1166018"/>
            <a:ext cx="5303862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最新】初心者必見！ Linuxディストリビューション ...">
            <a:extLst>
              <a:ext uri="{FF2B5EF4-FFF2-40B4-BE49-F238E27FC236}">
                <a16:creationId xmlns:a16="http://schemas.microsoft.com/office/drawing/2014/main" id="{4331225B-425C-26E0-29C2-AA84E1EFD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697" y="2594377"/>
            <a:ext cx="36861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A2AA25-3C64-1CED-48F2-15FD75638630}"/>
              </a:ext>
            </a:extLst>
          </p:cNvPr>
          <p:cNvSpPr txBox="1"/>
          <p:nvPr/>
        </p:nvSpPr>
        <p:spPr>
          <a:xfrm>
            <a:off x="7002729" y="2225045"/>
            <a:ext cx="4031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“Founding fathers"</a:t>
            </a:r>
            <a:r>
              <a:rPr lang="en-US" dirty="0"/>
              <a:t> of Linux distributions</a:t>
            </a:r>
            <a:endParaRPr lang="en-SG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C6581C-FF23-C450-B983-252BB866DE56}"/>
              </a:ext>
            </a:extLst>
          </p:cNvPr>
          <p:cNvGrpSpPr/>
          <p:nvPr/>
        </p:nvGrpSpPr>
        <p:grpSpPr>
          <a:xfrm>
            <a:off x="6941769" y="3832627"/>
            <a:ext cx="5008516" cy="2455283"/>
            <a:chOff x="6824203" y="4140925"/>
            <a:chExt cx="5008516" cy="2455283"/>
          </a:xfrm>
        </p:grpSpPr>
        <p:pic>
          <p:nvPicPr>
            <p:cNvPr id="3078" name="Picture 6" descr="What is Kali Linux? Everything to know about the popular Linux distro">
              <a:extLst>
                <a:ext uri="{FF2B5EF4-FFF2-40B4-BE49-F238E27FC236}">
                  <a16:creationId xmlns:a16="http://schemas.microsoft.com/office/drawing/2014/main" id="{67F6900E-6E1D-978F-6F4D-C162B376B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4203" y="4867271"/>
              <a:ext cx="1270727" cy="847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A13CAD-28C4-1852-6A0D-BF7C6DAEAAF5}"/>
                </a:ext>
              </a:extLst>
            </p:cNvPr>
            <p:cNvSpPr txBox="1"/>
            <p:nvPr/>
          </p:nvSpPr>
          <p:spPr>
            <a:xfrm>
              <a:off x="7734742" y="5258188"/>
              <a:ext cx="5741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Kali</a:t>
              </a:r>
              <a:endParaRPr lang="en-SG" sz="20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E82291-E310-7A2F-BD44-A33B86AAEF21}"/>
                </a:ext>
              </a:extLst>
            </p:cNvPr>
            <p:cNvSpPr txBox="1"/>
            <p:nvPr/>
          </p:nvSpPr>
          <p:spPr>
            <a:xfrm>
              <a:off x="7002729" y="5672878"/>
              <a:ext cx="482999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dirty="0"/>
                <a:t>Kali is a specialised </a:t>
              </a:r>
              <a:r>
                <a:rPr lang="en-SG" b="1" dirty="0"/>
                <a:t>Debian-based distribution</a:t>
              </a:r>
            </a:p>
            <a:p>
              <a:r>
                <a:rPr lang="en-US" dirty="0"/>
                <a:t>pre-loaded with over </a:t>
              </a:r>
              <a:r>
                <a:rPr lang="en-US" b="1" dirty="0"/>
                <a:t>600 penetration testing tools</a:t>
              </a:r>
              <a:r>
                <a:rPr lang="en-US" dirty="0"/>
                <a:t> (like Nmap, Wireshark, and Metasploit)</a:t>
              </a:r>
              <a:endParaRPr lang="en-SG" dirty="0"/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249B5D96-1CFE-6F9C-765F-21714F390C78}"/>
                </a:ext>
              </a:extLst>
            </p:cNvPr>
            <p:cNvSpPr/>
            <p:nvPr/>
          </p:nvSpPr>
          <p:spPr>
            <a:xfrm>
              <a:off x="7236822" y="4140925"/>
              <a:ext cx="419542" cy="581001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53A14166A49D4CB3396C0E8042B07B" ma:contentTypeVersion="7" ma:contentTypeDescription="Create a new document." ma:contentTypeScope="" ma:versionID="2f75d335fe72e3ac8cc97ccf49899921">
  <xsd:schema xmlns:xsd="http://www.w3.org/2001/XMLSchema" xmlns:xs="http://www.w3.org/2001/XMLSchema" xmlns:p="http://schemas.microsoft.com/office/2006/metadata/properties" xmlns:ns2="e87f8e2f-eef8-445e-8e18-4d4c58edfa4f" targetNamespace="http://schemas.microsoft.com/office/2006/metadata/properties" ma:root="true" ma:fieldsID="6df954926bbdd3aa731af5ec1b2f07c3" ns2:_="">
    <xsd:import namespace="e87f8e2f-eef8-445e-8e18-4d4c58edfa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7f8e2f-eef8-445e-8e18-4d4c58edfa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BDC765-F8CF-420B-801C-B38D8BFF3C1E}"/>
</file>

<file path=customXml/itemProps2.xml><?xml version="1.0" encoding="utf-8"?>
<ds:datastoreItem xmlns:ds="http://schemas.openxmlformats.org/officeDocument/2006/customXml" ds:itemID="{5AEE2D75-88D2-480F-ABFA-BC91503718C3}"/>
</file>

<file path=customXml/itemProps3.xml><?xml version="1.0" encoding="utf-8"?>
<ds:datastoreItem xmlns:ds="http://schemas.openxmlformats.org/officeDocument/2006/customXml" ds:itemID="{BF4D3E15-2731-4C55-8D1D-63CA5548C420}"/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681</Words>
  <Application>Microsoft Office PowerPoint</Application>
  <PresentationFormat>Widescreen</PresentationFormat>
  <Paragraphs>50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Linux is Everywhere</vt:lpstr>
      <vt:lpstr>Linux is a Kernel</vt:lpstr>
      <vt:lpstr>Linux is Open Source</vt:lpstr>
      <vt:lpstr>Linux Has Distributions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jason</dc:creator>
  <cp:keywords/>
  <dc:description>generated using python-pptx</dc:description>
  <cp:lastModifiedBy>Jason KL Lee</cp:lastModifiedBy>
  <cp:revision>10</cp:revision>
  <dcterms:created xsi:type="dcterms:W3CDTF">2013-01-27T09:14:16Z</dcterms:created>
  <dcterms:modified xsi:type="dcterms:W3CDTF">2026-04-20T07:29:06Z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b68b73-d603-4e7f-85b0-08f331d65276_Enabled">
    <vt:lpwstr>true</vt:lpwstr>
  </property>
  <property fmtid="{D5CDD505-2E9C-101B-9397-08002B2CF9AE}" pid="3" name="MSIP_Label_23b68b73-d603-4e7f-85b0-08f331d65276_SetDate">
    <vt:lpwstr>2026-04-16T07:45:23Z</vt:lpwstr>
  </property>
  <property fmtid="{D5CDD505-2E9C-101B-9397-08002B2CF9AE}" pid="4" name="MSIP_Label_23b68b73-d603-4e7f-85b0-08f331d65276_Method">
    <vt:lpwstr>Privileged</vt:lpwstr>
  </property>
  <property fmtid="{D5CDD505-2E9C-101B-9397-08002B2CF9AE}" pid="5" name="MSIP_Label_23b68b73-d603-4e7f-85b0-08f331d65276_Name">
    <vt:lpwstr>Sensitive Normal</vt:lpwstr>
  </property>
  <property fmtid="{D5CDD505-2E9C-101B-9397-08002B2CF9AE}" pid="6" name="MSIP_Label_23b68b73-d603-4e7f-85b0-08f331d65276_SiteId">
    <vt:lpwstr>25a99bf0-8e72-472a-ae50-adfbdf0df6f1</vt:lpwstr>
  </property>
  <property fmtid="{D5CDD505-2E9C-101B-9397-08002B2CF9AE}" pid="7" name="MSIP_Label_23b68b73-d603-4e7f-85b0-08f331d65276_ActionId">
    <vt:lpwstr>a502b788-9413-4dab-a49a-93214dfd02c5</vt:lpwstr>
  </property>
  <property fmtid="{D5CDD505-2E9C-101B-9397-08002B2CF9AE}" pid="8" name="MSIP_Label_23b68b73-d603-4e7f-85b0-08f331d65276_ContentBits">
    <vt:lpwstr>0</vt:lpwstr>
  </property>
  <property fmtid="{D5CDD505-2E9C-101B-9397-08002B2CF9AE}" pid="9" name="MSIP_Label_23b68b73-d603-4e7f-85b0-08f331d65276_Tag">
    <vt:lpwstr>10, 0, 1, 1</vt:lpwstr>
  </property>
  <property fmtid="{D5CDD505-2E9C-101B-9397-08002B2CF9AE}" pid="10" name="ContentTypeId">
    <vt:lpwstr>0x010100B353A14166A49D4CB3396C0E8042B07B</vt:lpwstr>
  </property>
</Properties>
</file>