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8" r:id="rId9"/>
    <p:sldId id="265" r:id="rId10"/>
    <p:sldId id="266" r:id="rId11"/>
    <p:sldId id="269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mes Tan Chun Chieh" initials="JTCC" lastIdx="1" clrIdx="0"/>
  <p:cmAuthor id="2" name="James Tan" initials="J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90C"/>
    <a:srgbClr val="CC0000"/>
    <a:srgbClr val="44A5C8"/>
    <a:srgbClr val="0099CC"/>
    <a:srgbClr val="003399"/>
    <a:srgbClr val="009999"/>
    <a:srgbClr val="0066FF"/>
    <a:srgbClr val="0000CC"/>
    <a:srgbClr val="339933"/>
    <a:srgbClr val="F2D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74" autoAdjust="0"/>
    <p:restoredTop sz="75088" autoAdjust="0"/>
  </p:normalViewPr>
  <p:slideViewPr>
    <p:cSldViewPr>
      <p:cViewPr varScale="1">
        <p:scale>
          <a:sx n="71" d="100"/>
          <a:sy n="71" d="100"/>
        </p:scale>
        <p:origin x="341" y="67"/>
      </p:cViewPr>
      <p:guideLst>
        <p:guide orient="horz" pos="2160"/>
        <p:guide pos="3840"/>
      </p:guideLst>
    </p:cSldViewPr>
  </p:slid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mund WEE (TP)" userId="1aeff9e9-75c8-437e-9382-defeb26b795c" providerId="ADAL" clId="{114014A8-C605-4144-AADB-3E73113CE3EA}"/>
    <pc:docChg chg="custSel addSld modSld">
      <pc:chgData name="Edmund WEE (TP)" userId="1aeff9e9-75c8-437e-9382-defeb26b795c" providerId="ADAL" clId="{114014A8-C605-4144-AADB-3E73113CE3EA}" dt="2026-03-23T01:57:33.891" v="102" actId="22"/>
      <pc:docMkLst>
        <pc:docMk/>
      </pc:docMkLst>
      <pc:sldChg chg="modSp mod">
        <pc:chgData name="Edmund WEE (TP)" userId="1aeff9e9-75c8-437e-9382-defeb26b795c" providerId="ADAL" clId="{114014A8-C605-4144-AADB-3E73113CE3EA}" dt="2026-03-23T01:53:10.960" v="34" actId="6549"/>
        <pc:sldMkLst>
          <pc:docMk/>
          <pc:sldMk cId="0" sldId="258"/>
        </pc:sldMkLst>
        <pc:spChg chg="mod">
          <ac:chgData name="Edmund WEE (TP)" userId="1aeff9e9-75c8-437e-9382-defeb26b795c" providerId="ADAL" clId="{114014A8-C605-4144-AADB-3E73113CE3EA}" dt="2026-03-23T01:53:10.960" v="34" actId="6549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Edmund WEE (TP)" userId="1aeff9e9-75c8-437e-9382-defeb26b795c" providerId="ADAL" clId="{114014A8-C605-4144-AADB-3E73113CE3EA}" dt="2026-03-23T01:54:19.064" v="72" actId="20577"/>
        <pc:sldMkLst>
          <pc:docMk/>
          <pc:sldMk cId="0" sldId="259"/>
        </pc:sldMkLst>
        <pc:spChg chg="mod">
          <ac:chgData name="Edmund WEE (TP)" userId="1aeff9e9-75c8-437e-9382-defeb26b795c" providerId="ADAL" clId="{114014A8-C605-4144-AADB-3E73113CE3EA}" dt="2026-03-23T01:54:19.064" v="72" actId="20577"/>
          <ac:spMkLst>
            <pc:docMk/>
            <pc:sldMk cId="0" sldId="259"/>
            <ac:spMk id="7171" creationId="{00000000-0000-0000-0000-000000000000}"/>
          </ac:spMkLst>
        </pc:spChg>
      </pc:sldChg>
      <pc:sldChg chg="addSp delSp modSp new mod modClrScheme chgLayout">
        <pc:chgData name="Edmund WEE (TP)" userId="1aeff9e9-75c8-437e-9382-defeb26b795c" providerId="ADAL" clId="{114014A8-C605-4144-AADB-3E73113CE3EA}" dt="2026-03-23T01:54:46.481" v="87" actId="20577"/>
        <pc:sldMkLst>
          <pc:docMk/>
          <pc:sldMk cId="1010830330" sldId="260"/>
        </pc:sldMkLst>
        <pc:spChg chg="del">
          <ac:chgData name="Edmund WEE (TP)" userId="1aeff9e9-75c8-437e-9382-defeb26b795c" providerId="ADAL" clId="{114014A8-C605-4144-AADB-3E73113CE3EA}" dt="2026-03-23T01:54:27.152" v="74" actId="700"/>
          <ac:spMkLst>
            <pc:docMk/>
            <pc:sldMk cId="1010830330" sldId="260"/>
            <ac:spMk id="2" creationId="{BCDE6A9D-839B-61F0-406F-904F75DD3EEB}"/>
          </ac:spMkLst>
        </pc:spChg>
        <pc:spChg chg="del">
          <ac:chgData name="Edmund WEE (TP)" userId="1aeff9e9-75c8-437e-9382-defeb26b795c" providerId="ADAL" clId="{114014A8-C605-4144-AADB-3E73113CE3EA}" dt="2026-03-23T01:54:27.152" v="74" actId="700"/>
          <ac:spMkLst>
            <pc:docMk/>
            <pc:sldMk cId="1010830330" sldId="260"/>
            <ac:spMk id="3" creationId="{671234C3-E3F5-75AE-B020-5A71777657DC}"/>
          </ac:spMkLst>
        </pc:spChg>
        <pc:spChg chg="add mod">
          <ac:chgData name="Edmund WEE (TP)" userId="1aeff9e9-75c8-437e-9382-defeb26b795c" providerId="ADAL" clId="{114014A8-C605-4144-AADB-3E73113CE3EA}" dt="2026-03-23T01:54:46.481" v="87" actId="20577"/>
          <ac:spMkLst>
            <pc:docMk/>
            <pc:sldMk cId="1010830330" sldId="260"/>
            <ac:spMk id="4" creationId="{00C16D54-31D7-E440-DCCE-2754AF1CA715}"/>
          </ac:spMkLst>
        </pc:spChg>
        <pc:spChg chg="add mod">
          <ac:chgData name="Edmund WEE (TP)" userId="1aeff9e9-75c8-437e-9382-defeb26b795c" providerId="ADAL" clId="{114014A8-C605-4144-AADB-3E73113CE3EA}" dt="2026-03-23T01:54:38.257" v="85" actId="700"/>
          <ac:spMkLst>
            <pc:docMk/>
            <pc:sldMk cId="1010830330" sldId="260"/>
            <ac:spMk id="5" creationId="{A6191F50-4751-4BD0-A42F-7952B3792567}"/>
          </ac:spMkLst>
        </pc:spChg>
      </pc:sldChg>
      <pc:sldChg chg="addSp new mod">
        <pc:chgData name="Edmund WEE (TP)" userId="1aeff9e9-75c8-437e-9382-defeb26b795c" providerId="ADAL" clId="{114014A8-C605-4144-AADB-3E73113CE3EA}" dt="2026-03-23T01:55:23.594" v="94" actId="22"/>
        <pc:sldMkLst>
          <pc:docMk/>
          <pc:sldMk cId="3179732799" sldId="261"/>
        </pc:sldMkLst>
        <pc:picChg chg="add">
          <ac:chgData name="Edmund WEE (TP)" userId="1aeff9e9-75c8-437e-9382-defeb26b795c" providerId="ADAL" clId="{114014A8-C605-4144-AADB-3E73113CE3EA}" dt="2026-03-23T01:55:23.594" v="94" actId="22"/>
          <ac:picMkLst>
            <pc:docMk/>
            <pc:sldMk cId="3179732799" sldId="261"/>
            <ac:picMk id="3" creationId="{40D712C4-C8B2-752A-00C5-65521B2CE3B0}"/>
          </ac:picMkLst>
        </pc:picChg>
      </pc:sldChg>
      <pc:sldChg chg="addSp modSp new mod modClrScheme chgLayout">
        <pc:chgData name="Edmund WEE (TP)" userId="1aeff9e9-75c8-437e-9382-defeb26b795c" providerId="ADAL" clId="{114014A8-C605-4144-AADB-3E73113CE3EA}" dt="2026-03-23T01:54:57.410" v="90" actId="20577"/>
        <pc:sldMkLst>
          <pc:docMk/>
          <pc:sldMk cId="2882396083" sldId="262"/>
        </pc:sldMkLst>
        <pc:spChg chg="add mod">
          <ac:chgData name="Edmund WEE (TP)" userId="1aeff9e9-75c8-437e-9382-defeb26b795c" providerId="ADAL" clId="{114014A8-C605-4144-AADB-3E73113CE3EA}" dt="2026-03-23T01:54:57.410" v="90" actId="20577"/>
          <ac:spMkLst>
            <pc:docMk/>
            <pc:sldMk cId="2882396083" sldId="262"/>
            <ac:spMk id="2" creationId="{FA68388C-F57E-E73E-3D66-8F35B5D0754A}"/>
          </ac:spMkLst>
        </pc:spChg>
        <pc:spChg chg="add mod">
          <ac:chgData name="Edmund WEE (TP)" userId="1aeff9e9-75c8-437e-9382-defeb26b795c" providerId="ADAL" clId="{114014A8-C605-4144-AADB-3E73113CE3EA}" dt="2026-03-23T01:54:55.526" v="88" actId="700"/>
          <ac:spMkLst>
            <pc:docMk/>
            <pc:sldMk cId="2882396083" sldId="262"/>
            <ac:spMk id="3" creationId="{DAE90152-6BB3-5E73-D073-D6CDAE481DB4}"/>
          </ac:spMkLst>
        </pc:spChg>
      </pc:sldChg>
      <pc:sldChg chg="addSp new mod">
        <pc:chgData name="Edmund WEE (TP)" userId="1aeff9e9-75c8-437e-9382-defeb26b795c" providerId="ADAL" clId="{114014A8-C605-4144-AADB-3E73113CE3EA}" dt="2026-03-23T01:55:41.935" v="95" actId="22"/>
        <pc:sldMkLst>
          <pc:docMk/>
          <pc:sldMk cId="2774297014" sldId="263"/>
        </pc:sldMkLst>
        <pc:picChg chg="add">
          <ac:chgData name="Edmund WEE (TP)" userId="1aeff9e9-75c8-437e-9382-defeb26b795c" providerId="ADAL" clId="{114014A8-C605-4144-AADB-3E73113CE3EA}" dt="2026-03-23T01:55:41.935" v="95" actId="22"/>
          <ac:picMkLst>
            <pc:docMk/>
            <pc:sldMk cId="2774297014" sldId="263"/>
            <ac:picMk id="3" creationId="{C18CBE97-6CFE-598B-4E41-9C7674338D95}"/>
          </ac:picMkLst>
        </pc:picChg>
      </pc:sldChg>
      <pc:sldChg chg="addSp new mod">
        <pc:chgData name="Edmund WEE (TP)" userId="1aeff9e9-75c8-437e-9382-defeb26b795c" providerId="ADAL" clId="{114014A8-C605-4144-AADB-3E73113CE3EA}" dt="2026-03-23T01:55:52.455" v="96" actId="22"/>
        <pc:sldMkLst>
          <pc:docMk/>
          <pc:sldMk cId="3659962847" sldId="264"/>
        </pc:sldMkLst>
        <pc:picChg chg="add">
          <ac:chgData name="Edmund WEE (TP)" userId="1aeff9e9-75c8-437e-9382-defeb26b795c" providerId="ADAL" clId="{114014A8-C605-4144-AADB-3E73113CE3EA}" dt="2026-03-23T01:55:52.455" v="96" actId="22"/>
          <ac:picMkLst>
            <pc:docMk/>
            <pc:sldMk cId="3659962847" sldId="264"/>
            <ac:picMk id="3" creationId="{F3152B92-BAF1-5A61-8EE4-158F51421640}"/>
          </ac:picMkLst>
        </pc:picChg>
      </pc:sldChg>
      <pc:sldChg chg="addSp modSp new mod modClrScheme chgLayout">
        <pc:chgData name="Edmund WEE (TP)" userId="1aeff9e9-75c8-437e-9382-defeb26b795c" providerId="ADAL" clId="{114014A8-C605-4144-AADB-3E73113CE3EA}" dt="2026-03-23T01:55:08.190" v="93" actId="20577"/>
        <pc:sldMkLst>
          <pc:docMk/>
          <pc:sldMk cId="1812612828" sldId="265"/>
        </pc:sldMkLst>
        <pc:spChg chg="add mod">
          <ac:chgData name="Edmund WEE (TP)" userId="1aeff9e9-75c8-437e-9382-defeb26b795c" providerId="ADAL" clId="{114014A8-C605-4144-AADB-3E73113CE3EA}" dt="2026-03-23T01:55:08.190" v="93" actId="20577"/>
          <ac:spMkLst>
            <pc:docMk/>
            <pc:sldMk cId="1812612828" sldId="265"/>
            <ac:spMk id="2" creationId="{5F90FE18-4093-1F3C-502A-572D37971FF2}"/>
          </ac:spMkLst>
        </pc:spChg>
        <pc:spChg chg="add mod">
          <ac:chgData name="Edmund WEE (TP)" userId="1aeff9e9-75c8-437e-9382-defeb26b795c" providerId="ADAL" clId="{114014A8-C605-4144-AADB-3E73113CE3EA}" dt="2026-03-23T01:55:06.044" v="91" actId="700"/>
          <ac:spMkLst>
            <pc:docMk/>
            <pc:sldMk cId="1812612828" sldId="265"/>
            <ac:spMk id="3" creationId="{DD269B1C-49A8-4EF3-8439-A18A71673680}"/>
          </ac:spMkLst>
        </pc:spChg>
      </pc:sldChg>
      <pc:sldChg chg="addSp new mod">
        <pc:chgData name="Edmund WEE (TP)" userId="1aeff9e9-75c8-437e-9382-defeb26b795c" providerId="ADAL" clId="{114014A8-C605-4144-AADB-3E73113CE3EA}" dt="2026-03-23T01:57:11.427" v="99" actId="22"/>
        <pc:sldMkLst>
          <pc:docMk/>
          <pc:sldMk cId="1652592548" sldId="266"/>
        </pc:sldMkLst>
        <pc:picChg chg="add">
          <ac:chgData name="Edmund WEE (TP)" userId="1aeff9e9-75c8-437e-9382-defeb26b795c" providerId="ADAL" clId="{114014A8-C605-4144-AADB-3E73113CE3EA}" dt="2026-03-23T01:57:11.427" v="99" actId="22"/>
          <ac:picMkLst>
            <pc:docMk/>
            <pc:sldMk cId="1652592548" sldId="266"/>
            <ac:picMk id="3" creationId="{4B042DA4-F909-CC26-FB99-A712BF6B08CA}"/>
          </ac:picMkLst>
        </pc:picChg>
      </pc:sldChg>
      <pc:sldChg chg="addSp new mod">
        <pc:chgData name="Edmund WEE (TP)" userId="1aeff9e9-75c8-437e-9382-defeb26b795c" providerId="ADAL" clId="{114014A8-C605-4144-AADB-3E73113CE3EA}" dt="2026-03-23T01:57:21.254" v="100" actId="22"/>
        <pc:sldMkLst>
          <pc:docMk/>
          <pc:sldMk cId="2809151731" sldId="267"/>
        </pc:sldMkLst>
        <pc:picChg chg="add">
          <ac:chgData name="Edmund WEE (TP)" userId="1aeff9e9-75c8-437e-9382-defeb26b795c" providerId="ADAL" clId="{114014A8-C605-4144-AADB-3E73113CE3EA}" dt="2026-03-23T01:57:21.254" v="100" actId="22"/>
          <ac:picMkLst>
            <pc:docMk/>
            <pc:sldMk cId="2809151731" sldId="267"/>
            <ac:picMk id="3" creationId="{D9527B2D-36A0-FF9E-7A91-3441309EC231}"/>
          </ac:picMkLst>
        </pc:picChg>
      </pc:sldChg>
      <pc:sldChg chg="addSp new mod">
        <pc:chgData name="Edmund WEE (TP)" userId="1aeff9e9-75c8-437e-9382-defeb26b795c" providerId="ADAL" clId="{114014A8-C605-4144-AADB-3E73113CE3EA}" dt="2026-03-23T01:56:06.234" v="98" actId="22"/>
        <pc:sldMkLst>
          <pc:docMk/>
          <pc:sldMk cId="2253352994" sldId="268"/>
        </pc:sldMkLst>
        <pc:picChg chg="add">
          <ac:chgData name="Edmund WEE (TP)" userId="1aeff9e9-75c8-437e-9382-defeb26b795c" providerId="ADAL" clId="{114014A8-C605-4144-AADB-3E73113CE3EA}" dt="2026-03-23T01:56:06.234" v="98" actId="22"/>
          <ac:picMkLst>
            <pc:docMk/>
            <pc:sldMk cId="2253352994" sldId="268"/>
            <ac:picMk id="3" creationId="{D46FD0B8-61AB-8BAC-A13A-FC6185EAF0FD}"/>
          </ac:picMkLst>
        </pc:picChg>
      </pc:sldChg>
      <pc:sldChg chg="addSp new mod">
        <pc:chgData name="Edmund WEE (TP)" userId="1aeff9e9-75c8-437e-9382-defeb26b795c" providerId="ADAL" clId="{114014A8-C605-4144-AADB-3E73113CE3EA}" dt="2026-03-23T01:57:33.891" v="102" actId="22"/>
        <pc:sldMkLst>
          <pc:docMk/>
          <pc:sldMk cId="1067840175" sldId="269"/>
        </pc:sldMkLst>
        <pc:picChg chg="add">
          <ac:chgData name="Edmund WEE (TP)" userId="1aeff9e9-75c8-437e-9382-defeb26b795c" providerId="ADAL" clId="{114014A8-C605-4144-AADB-3E73113CE3EA}" dt="2026-03-23T01:57:33.891" v="102" actId="22"/>
          <ac:picMkLst>
            <pc:docMk/>
            <pc:sldMk cId="1067840175" sldId="269"/>
            <ac:picMk id="3" creationId="{63373600-6D3E-3D54-85C6-42ABF76C657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55DA28-A67B-4FB8-B597-F989A3D14BED}" type="datetimeFigureOut">
              <a:rPr lang="en-SG" smtClean="0"/>
              <a:t>23/03/2026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ED940-0628-4EA9-8ACE-60DD38D614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813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3FE1B39-EF3E-4D49-9779-1439543499AA}" type="slidenum">
              <a:rPr lang="en-US" sz="1200">
                <a:solidFill>
                  <a:schemeClr val="tx1"/>
                </a:solidFill>
              </a:rPr>
              <a:pPr eaLnBrk="1" hangingPunct="1"/>
              <a:t>1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034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308A1C0-7C58-4804-AFA6-F00F738E1C53}" type="slidenum">
              <a:rPr lang="en-US" sz="1200">
                <a:solidFill>
                  <a:schemeClr val="tx1"/>
                </a:solidFill>
              </a:rPr>
              <a:pPr eaLnBrk="1" hangingPunct="1"/>
              <a:t>2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43072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5334000" y="-457200"/>
            <a:ext cx="1524000" cy="12192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 userDrawn="1"/>
        </p:nvSpPr>
        <p:spPr>
          <a:xfrm rot="5400000">
            <a:off x="5334000" y="-304800"/>
            <a:ext cx="1524000" cy="12192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4953000"/>
            <a:ext cx="10668000" cy="990600"/>
          </a:xfrm>
        </p:spPr>
        <p:txBody>
          <a:bodyPr>
            <a:normAutofit/>
          </a:bodyPr>
          <a:lstStyle>
            <a:lvl1pPr algn="r">
              <a:defRPr sz="34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1200" y="5791200"/>
            <a:ext cx="10668000" cy="457200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04801"/>
            <a:ext cx="6741003" cy="584333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 rot="16200000">
            <a:off x="8851901" y="1460501"/>
            <a:ext cx="76201" cy="6603997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15035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6057900" y="342898"/>
            <a:ext cx="76200" cy="12192003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76200"/>
            <a:ext cx="9753600" cy="1143000"/>
          </a:xfrm>
        </p:spPr>
        <p:txBody>
          <a:bodyPr>
            <a:normAutofit/>
          </a:bodyPr>
          <a:lstStyle>
            <a:lvl1pPr algn="l">
              <a:defRPr sz="3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1" y="1219200"/>
            <a:ext cx="9690705" cy="5029200"/>
          </a:xfrm>
          <a:noFill/>
        </p:spPr>
        <p:txBody>
          <a:bodyPr/>
          <a:lstStyle>
            <a:lvl1pPr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 rot="5400000">
            <a:off x="5935349" y="541651"/>
            <a:ext cx="321304" cy="12192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Box 6"/>
          <p:cNvSpPr txBox="1"/>
          <p:nvPr userDrawn="1"/>
        </p:nvSpPr>
        <p:spPr>
          <a:xfrm>
            <a:off x="5689600" y="6477000"/>
            <a:ext cx="6299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spc="80" baseline="0" dirty="0">
                <a:solidFill>
                  <a:schemeClr val="bg1"/>
                </a:solidFill>
              </a:rPr>
              <a:t>TEMASEK POLYTECHNIC  •  </a:t>
            </a:r>
            <a:r>
              <a:rPr lang="en-US" sz="1100" b="1" spc="80" baseline="0" dirty="0">
                <a:solidFill>
                  <a:schemeClr val="bg1"/>
                </a:solidFill>
              </a:rPr>
              <a:t>SCHOOL OF INFORMATICS &amp; IT</a:t>
            </a:r>
            <a:endParaRPr lang="en-US" sz="1100" spc="8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698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94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4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038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83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54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>
            <a:normAutofit/>
          </a:bodyPr>
          <a:lstStyle>
            <a:lvl1pPr algn="l">
              <a:defRPr sz="1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89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1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79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82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5200" y="228600"/>
            <a:ext cx="965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5200" y="1371600"/>
            <a:ext cx="9652000" cy="48006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5395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524001"/>
            <a:ext cx="7848600" cy="19272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en-US" sz="2500" dirty="0"/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1524000" y="6064250"/>
            <a:ext cx="9144000" cy="800100"/>
          </a:xfrm>
          <a:prstGeom prst="rect">
            <a:avLst/>
          </a:prstGeom>
          <a:solidFill>
            <a:srgbClr val="3333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>
                <a:solidFill>
                  <a:schemeClr val="tx1"/>
                </a:solidFill>
              </a:rPr>
              <a:t>			</a:t>
            </a:r>
          </a:p>
          <a:p>
            <a:pPr algn="r"/>
            <a:endParaRPr lang="en-US" sz="1800" i="1">
              <a:solidFill>
                <a:schemeClr val="tx1"/>
              </a:solidFill>
              <a:latin typeface="Arial Unicode MS" panose="020B0604020202020204" pitchFamily="34" charset="-128"/>
            </a:endParaRPr>
          </a:p>
          <a:p>
            <a:pPr algn="r"/>
            <a:r>
              <a:rPr lang="en-US" sz="1800" i="1">
                <a:solidFill>
                  <a:schemeClr val="tx1"/>
                </a:solidFill>
                <a:latin typeface="Arial Unicode MS" panose="020B0604020202020204" pitchFamily="34" charset="-128"/>
              </a:rPr>
              <a:t> 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57400" y="4953000"/>
            <a:ext cx="8001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4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Enumeration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en-US" dirty="0"/>
              <a:t>Objectives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943100" y="1676400"/>
            <a:ext cx="8305800" cy="4114800"/>
          </a:xfrm>
        </p:spPr>
        <p:txBody>
          <a:bodyPr>
            <a:normAutofit/>
          </a:bodyPr>
          <a:lstStyle/>
          <a:p>
            <a:r>
              <a:rPr lang="en-US" dirty="0"/>
              <a:t>Enumeration Concepts</a:t>
            </a:r>
          </a:p>
          <a:p>
            <a:r>
              <a:rPr lang="en-US" dirty="0"/>
              <a:t>NetBIOS Enumeration</a:t>
            </a:r>
          </a:p>
          <a:p>
            <a:r>
              <a:rPr lang="en-US" dirty="0"/>
              <a:t>Linux Enumeration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7172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Ethical Hacking and Network Defense</a:t>
            </a:r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5FF8A09-5E13-47FD-94CB-8659100E7968}" type="slidenum">
              <a:rPr lang="en-US" sz="1400"/>
              <a:pPr eaLnBrk="1" hangingPunct="1"/>
              <a:t>2</a:t>
            </a:fld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C16D54-31D7-E440-DCCE-2754AF1CA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Enumeration Concepts</a:t>
            </a:r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91F50-4751-4BD0-A42F-7952B3792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10830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D712C4-C8B2-752A-00C5-65521B2CE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39" y="290074"/>
            <a:ext cx="11441122" cy="62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732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388C-F57E-E73E-3D66-8F35B5D07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NetBIOS Enumeration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90152-6BB3-5E73-D073-D6CDAE481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2396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8CBE97-6CFE-598B-4E41-9C7674338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13" y="251969"/>
            <a:ext cx="11098174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297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152B92-BAF1-5A61-8EE4-158F51421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18" y="237679"/>
            <a:ext cx="11383964" cy="638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962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6FD0B8-61AB-8BAC-A13A-FC6185EAF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86" y="309127"/>
            <a:ext cx="11298227" cy="623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352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0FE18-4093-1F3C-502A-572D37971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Enumeration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69B1C-49A8-4EF3-8439-A18A71673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12612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042DA4-F909-CC26-FB99-A712BF6B0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60" y="228153"/>
            <a:ext cx="11317279" cy="640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92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373600-6D3E-3D54-85C6-42ABF76C6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55" y="256732"/>
            <a:ext cx="11393490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40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527B2D-36A0-FF9E-7A91-3441309EC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81" y="123363"/>
            <a:ext cx="11374437" cy="66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151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8091</TotalTime>
  <Words>26</Words>
  <Application>Microsoft Office PowerPoint</Application>
  <PresentationFormat>Widescreen</PresentationFormat>
  <Paragraphs>15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Unicode MS</vt:lpstr>
      <vt:lpstr>Calibri</vt:lpstr>
      <vt:lpstr>Office Theme</vt:lpstr>
      <vt:lpstr>PowerPoint Presentation</vt:lpstr>
      <vt:lpstr>Objectives</vt:lpstr>
      <vt:lpstr>Enumeration Concepts</vt:lpstr>
      <vt:lpstr>PowerPoint Presentation</vt:lpstr>
      <vt:lpstr>NetBIOS Enumeration</vt:lpstr>
      <vt:lpstr>PowerPoint Presentation</vt:lpstr>
      <vt:lpstr>PowerPoint Presentation</vt:lpstr>
      <vt:lpstr>PowerPoint Presentation</vt:lpstr>
      <vt:lpstr>Linux Enumeration</vt:lpstr>
      <vt:lpstr>PowerPoint Presentation</vt:lpstr>
      <vt:lpstr>PowerPoint Presentation</vt:lpstr>
      <vt:lpstr>PowerPoint Presentation</vt:lpstr>
    </vt:vector>
  </TitlesOfParts>
  <Company>Temasek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yulin</dc:creator>
  <cp:lastModifiedBy>Edmund WEE (TP)</cp:lastModifiedBy>
  <cp:revision>812</cp:revision>
  <dcterms:created xsi:type="dcterms:W3CDTF">2012-02-09T05:42:03Z</dcterms:created>
  <dcterms:modified xsi:type="dcterms:W3CDTF">2026-03-23T01:58:01Z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cb20ed-001a-45f4-b2e7-234c5fc91178_Enabled">
    <vt:lpwstr>True</vt:lpwstr>
  </property>
  <property fmtid="{D5CDD505-2E9C-101B-9397-08002B2CF9AE}" pid="3" name="MSIP_Label_4bcb20ed-001a-45f4-b2e7-234c5fc91178_SiteId">
    <vt:lpwstr>25a99bf0-8e72-472a-ae50-adfbdf0df6f1</vt:lpwstr>
  </property>
  <property fmtid="{D5CDD505-2E9C-101B-9397-08002B2CF9AE}" pid="4" name="MSIP_Label_4bcb20ed-001a-45f4-b2e7-234c5fc91178_Owner">
    <vt:lpwstr>shamzah@TP.EDU.SG</vt:lpwstr>
  </property>
  <property fmtid="{D5CDD505-2E9C-101B-9397-08002B2CF9AE}" pid="5" name="MSIP_Label_4bcb20ed-001a-45f4-b2e7-234c5fc91178_SetDate">
    <vt:lpwstr>2019-12-12T16:11:24.3844753Z</vt:lpwstr>
  </property>
  <property fmtid="{D5CDD505-2E9C-101B-9397-08002B2CF9AE}" pid="6" name="MSIP_Label_4bcb20ed-001a-45f4-b2e7-234c5fc91178_Name">
    <vt:lpwstr>Official (Closed)</vt:lpwstr>
  </property>
  <property fmtid="{D5CDD505-2E9C-101B-9397-08002B2CF9AE}" pid="7" name="MSIP_Label_4bcb20ed-001a-45f4-b2e7-234c5fc91178_Application">
    <vt:lpwstr>Microsoft Azure Information Protection</vt:lpwstr>
  </property>
  <property fmtid="{D5CDD505-2E9C-101B-9397-08002B2CF9AE}" pid="8" name="MSIP_Label_4bcb20ed-001a-45f4-b2e7-234c5fc91178_ActionId">
    <vt:lpwstr>e9e0e61a-f8c5-420c-b625-1f10b52177be</vt:lpwstr>
  </property>
  <property fmtid="{D5CDD505-2E9C-101B-9397-08002B2CF9AE}" pid="9" name="MSIP_Label_4bcb20ed-001a-45f4-b2e7-234c5fc91178_Extended_MSFT_Method">
    <vt:lpwstr>Automatic</vt:lpwstr>
  </property>
  <property fmtid="{D5CDD505-2E9C-101B-9397-08002B2CF9AE}" pid="10" name="MSIP_Label_f69d7fc4-da81-42e5-b309-526f71322d86_Enabled">
    <vt:lpwstr>True</vt:lpwstr>
  </property>
  <property fmtid="{D5CDD505-2E9C-101B-9397-08002B2CF9AE}" pid="11" name="MSIP_Label_f69d7fc4-da81-42e5-b309-526f71322d86_SiteId">
    <vt:lpwstr>25a99bf0-8e72-472a-ae50-adfbdf0df6f1</vt:lpwstr>
  </property>
  <property fmtid="{D5CDD505-2E9C-101B-9397-08002B2CF9AE}" pid="12" name="MSIP_Label_f69d7fc4-da81-42e5-b309-526f71322d86_Owner">
    <vt:lpwstr>shamzah@TP.EDU.SG</vt:lpwstr>
  </property>
  <property fmtid="{D5CDD505-2E9C-101B-9397-08002B2CF9AE}" pid="13" name="MSIP_Label_f69d7fc4-da81-42e5-b309-526f71322d86_SetDate">
    <vt:lpwstr>2019-12-12T16:11:24.3844753Z</vt:lpwstr>
  </property>
  <property fmtid="{D5CDD505-2E9C-101B-9397-08002B2CF9AE}" pid="14" name="MSIP_Label_f69d7fc4-da81-42e5-b309-526f71322d86_Name">
    <vt:lpwstr>Non-Sensitive</vt:lpwstr>
  </property>
  <property fmtid="{D5CDD505-2E9C-101B-9397-08002B2CF9AE}" pid="15" name="MSIP_Label_f69d7fc4-da81-42e5-b309-526f71322d86_Application">
    <vt:lpwstr>Microsoft Azure Information Protection</vt:lpwstr>
  </property>
  <property fmtid="{D5CDD505-2E9C-101B-9397-08002B2CF9AE}" pid="16" name="MSIP_Label_f69d7fc4-da81-42e5-b309-526f71322d86_ActionId">
    <vt:lpwstr>e9e0e61a-f8c5-420c-b625-1f10b52177be</vt:lpwstr>
  </property>
  <property fmtid="{D5CDD505-2E9C-101B-9397-08002B2CF9AE}" pid="17" name="MSIP_Label_f69d7fc4-da81-42e5-b309-526f71322d86_Parent">
    <vt:lpwstr>4bcb20ed-001a-45f4-b2e7-234c5fc91178</vt:lpwstr>
  </property>
  <property fmtid="{D5CDD505-2E9C-101B-9397-08002B2CF9AE}" pid="18" name="MSIP_Label_f69d7fc4-da81-42e5-b309-526f71322d86_Extended_MSFT_Method">
    <vt:lpwstr>Automatic</vt:lpwstr>
  </property>
  <property fmtid="{D5CDD505-2E9C-101B-9397-08002B2CF9AE}" pid="19" name="Sensitivity">
    <vt:lpwstr>Official (Closed) Non-Sensitive</vt:lpwstr>
  </property>
</Properties>
</file>