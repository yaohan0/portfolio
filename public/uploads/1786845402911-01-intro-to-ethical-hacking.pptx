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59" r:id="rId3"/>
    <p:sldId id="265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Tan Chun Chieh" initials="JTCC" lastIdx="1" clrIdx="0"/>
  <p:cmAuthor id="2" name="James Tan" initials="J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0C"/>
    <a:srgbClr val="CC0000"/>
    <a:srgbClr val="44A5C8"/>
    <a:srgbClr val="0099CC"/>
    <a:srgbClr val="003399"/>
    <a:srgbClr val="009999"/>
    <a:srgbClr val="0066FF"/>
    <a:srgbClr val="0000CC"/>
    <a:srgbClr val="339933"/>
    <a:srgbClr val="F2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4" autoAdjust="0"/>
    <p:restoredTop sz="95706" autoAdjust="0"/>
  </p:normalViewPr>
  <p:slideViewPr>
    <p:cSldViewPr>
      <p:cViewPr varScale="1">
        <p:scale>
          <a:sx n="91" d="100"/>
          <a:sy n="91" d="100"/>
        </p:scale>
        <p:origin x="485" y="72"/>
      </p:cViewPr>
      <p:guideLst>
        <p:guide orient="horz" pos="2160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mund WEE (TP)" userId="1aeff9e9-75c8-437e-9382-defeb26b795c" providerId="ADAL" clId="{114014A8-C605-4144-AADB-3E73113CE3EA}"/>
    <pc:docChg chg="custSel addSld modSld">
      <pc:chgData name="Edmund WEE (TP)" userId="1aeff9e9-75c8-437e-9382-defeb26b795c" providerId="ADAL" clId="{114014A8-C605-4144-AADB-3E73113CE3EA}" dt="2026-03-23T01:26:10.770" v="218" actId="22"/>
      <pc:docMkLst>
        <pc:docMk/>
      </pc:docMkLst>
      <pc:sldChg chg="modSp mod">
        <pc:chgData name="Edmund WEE (TP)" userId="1aeff9e9-75c8-437e-9382-defeb26b795c" providerId="ADAL" clId="{114014A8-C605-4144-AADB-3E73113CE3EA}" dt="2026-03-23T01:15:49.451" v="27" actId="20577"/>
        <pc:sldMkLst>
          <pc:docMk/>
          <pc:sldMk cId="0" sldId="258"/>
        </pc:sldMkLst>
        <pc:spChg chg="mod">
          <ac:chgData name="Edmund WEE (TP)" userId="1aeff9e9-75c8-437e-9382-defeb26b795c" providerId="ADAL" clId="{114014A8-C605-4144-AADB-3E73113CE3EA}" dt="2026-03-23T01:15:49.451" v="27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Edmund WEE (TP)" userId="1aeff9e9-75c8-437e-9382-defeb26b795c" providerId="ADAL" clId="{114014A8-C605-4144-AADB-3E73113CE3EA}" dt="2026-03-23T01:25:12.277" v="211" actId="20577"/>
        <pc:sldMkLst>
          <pc:docMk/>
          <pc:sldMk cId="0" sldId="259"/>
        </pc:sldMkLst>
        <pc:spChg chg="mod">
          <ac:chgData name="Edmund WEE (TP)" userId="1aeff9e9-75c8-437e-9382-defeb26b795c" providerId="ADAL" clId="{114014A8-C605-4144-AADB-3E73113CE3EA}" dt="2026-03-23T01:25:12.277" v="211" actId="20577"/>
          <ac:spMkLst>
            <pc:docMk/>
            <pc:sldMk cId="0" sldId="259"/>
            <ac:spMk id="7171" creationId="{00000000-0000-0000-0000-000000000000}"/>
          </ac:spMkLst>
        </pc:spChg>
      </pc:sldChg>
      <pc:sldChg chg="addSp delSp new mod">
        <pc:chgData name="Edmund WEE (TP)" userId="1aeff9e9-75c8-437e-9382-defeb26b795c" providerId="ADAL" clId="{114014A8-C605-4144-AADB-3E73113CE3EA}" dt="2026-03-23T01:17:07.118" v="31" actId="22"/>
        <pc:sldMkLst>
          <pc:docMk/>
          <pc:sldMk cId="2729486229" sldId="260"/>
        </pc:sldMkLst>
        <pc:spChg chg="del">
          <ac:chgData name="Edmund WEE (TP)" userId="1aeff9e9-75c8-437e-9382-defeb26b795c" providerId="ADAL" clId="{114014A8-C605-4144-AADB-3E73113CE3EA}" dt="2026-03-23T01:17:06.179" v="30" actId="478"/>
          <ac:spMkLst>
            <pc:docMk/>
            <pc:sldMk cId="2729486229" sldId="260"/>
            <ac:spMk id="2" creationId="{71D5EC5D-0965-9031-8CD0-CD564069BC81}"/>
          </ac:spMkLst>
        </pc:spChg>
        <pc:spChg chg="del">
          <ac:chgData name="Edmund WEE (TP)" userId="1aeff9e9-75c8-437e-9382-defeb26b795c" providerId="ADAL" clId="{114014A8-C605-4144-AADB-3E73113CE3EA}" dt="2026-03-23T01:17:04.321" v="29" actId="478"/>
          <ac:spMkLst>
            <pc:docMk/>
            <pc:sldMk cId="2729486229" sldId="260"/>
            <ac:spMk id="3" creationId="{3CE79FD6-01D5-2195-C54B-16C97FD8C63B}"/>
          </ac:spMkLst>
        </pc:spChg>
        <pc:picChg chg="add">
          <ac:chgData name="Edmund WEE (TP)" userId="1aeff9e9-75c8-437e-9382-defeb26b795c" providerId="ADAL" clId="{114014A8-C605-4144-AADB-3E73113CE3EA}" dt="2026-03-23T01:17:07.118" v="31" actId="22"/>
          <ac:picMkLst>
            <pc:docMk/>
            <pc:sldMk cId="2729486229" sldId="260"/>
            <ac:picMk id="5" creationId="{1DDA00B4-8B26-6F6C-0E93-E9FD3A6F3FA3}"/>
          </ac:picMkLst>
        </pc:picChg>
      </pc:sldChg>
      <pc:sldChg chg="addSp delSp new mod modClrScheme chgLayout">
        <pc:chgData name="Edmund WEE (TP)" userId="1aeff9e9-75c8-437e-9382-defeb26b795c" providerId="ADAL" clId="{114014A8-C605-4144-AADB-3E73113CE3EA}" dt="2026-03-23T01:17:40.051" v="34" actId="22"/>
        <pc:sldMkLst>
          <pc:docMk/>
          <pc:sldMk cId="3098385767" sldId="261"/>
        </pc:sldMkLst>
        <pc:spChg chg="del">
          <ac:chgData name="Edmund WEE (TP)" userId="1aeff9e9-75c8-437e-9382-defeb26b795c" providerId="ADAL" clId="{114014A8-C605-4144-AADB-3E73113CE3EA}" dt="2026-03-23T01:17:39.005" v="33" actId="700"/>
          <ac:spMkLst>
            <pc:docMk/>
            <pc:sldMk cId="3098385767" sldId="261"/>
            <ac:spMk id="2" creationId="{07DA59C7-DF96-BE7E-C752-8F658DC8E86D}"/>
          </ac:spMkLst>
        </pc:spChg>
        <pc:spChg chg="del">
          <ac:chgData name="Edmund WEE (TP)" userId="1aeff9e9-75c8-437e-9382-defeb26b795c" providerId="ADAL" clId="{114014A8-C605-4144-AADB-3E73113CE3EA}" dt="2026-03-23T01:17:39.005" v="33" actId="700"/>
          <ac:spMkLst>
            <pc:docMk/>
            <pc:sldMk cId="3098385767" sldId="261"/>
            <ac:spMk id="3" creationId="{42DC8700-F356-80A0-FD48-7DC1EC6D4B5A}"/>
          </ac:spMkLst>
        </pc:spChg>
        <pc:picChg chg="add">
          <ac:chgData name="Edmund WEE (TP)" userId="1aeff9e9-75c8-437e-9382-defeb26b795c" providerId="ADAL" clId="{114014A8-C605-4144-AADB-3E73113CE3EA}" dt="2026-03-23T01:17:40.051" v="34" actId="22"/>
          <ac:picMkLst>
            <pc:docMk/>
            <pc:sldMk cId="3098385767" sldId="261"/>
            <ac:picMk id="5" creationId="{EA908EF3-19AC-20B7-D2AD-4CBB60ADF1AD}"/>
          </ac:picMkLst>
        </pc:picChg>
      </pc:sldChg>
      <pc:sldChg chg="addSp new mod">
        <pc:chgData name="Edmund WEE (TP)" userId="1aeff9e9-75c8-437e-9382-defeb26b795c" providerId="ADAL" clId="{114014A8-C605-4144-AADB-3E73113CE3EA}" dt="2026-03-23T01:17:54.762" v="36" actId="22"/>
        <pc:sldMkLst>
          <pc:docMk/>
          <pc:sldMk cId="653516078" sldId="262"/>
        </pc:sldMkLst>
        <pc:picChg chg="add">
          <ac:chgData name="Edmund WEE (TP)" userId="1aeff9e9-75c8-437e-9382-defeb26b795c" providerId="ADAL" clId="{114014A8-C605-4144-AADB-3E73113CE3EA}" dt="2026-03-23T01:17:54.762" v="36" actId="22"/>
          <ac:picMkLst>
            <pc:docMk/>
            <pc:sldMk cId="653516078" sldId="262"/>
            <ac:picMk id="3" creationId="{C4D2617C-08D2-A735-9041-339BBE7EBBFD}"/>
          </ac:picMkLst>
        </pc:picChg>
      </pc:sldChg>
      <pc:sldChg chg="addSp new mod">
        <pc:chgData name="Edmund WEE (TP)" userId="1aeff9e9-75c8-437e-9382-defeb26b795c" providerId="ADAL" clId="{114014A8-C605-4144-AADB-3E73113CE3EA}" dt="2026-03-23T01:18:09.627" v="38" actId="22"/>
        <pc:sldMkLst>
          <pc:docMk/>
          <pc:sldMk cId="3430453745" sldId="263"/>
        </pc:sldMkLst>
        <pc:picChg chg="add">
          <ac:chgData name="Edmund WEE (TP)" userId="1aeff9e9-75c8-437e-9382-defeb26b795c" providerId="ADAL" clId="{114014A8-C605-4144-AADB-3E73113CE3EA}" dt="2026-03-23T01:18:09.627" v="38" actId="22"/>
          <ac:picMkLst>
            <pc:docMk/>
            <pc:sldMk cId="3430453745" sldId="263"/>
            <ac:picMk id="3" creationId="{020382EE-D206-B9B5-0838-4128BBD140EB}"/>
          </ac:picMkLst>
        </pc:picChg>
      </pc:sldChg>
      <pc:sldChg chg="addSp modSp new mod modClrScheme chgLayout">
        <pc:chgData name="Edmund WEE (TP)" userId="1aeff9e9-75c8-437e-9382-defeb26b795c" providerId="ADAL" clId="{114014A8-C605-4144-AADB-3E73113CE3EA}" dt="2026-03-23T01:21:35.600" v="126" actId="20577"/>
        <pc:sldMkLst>
          <pc:docMk/>
          <pc:sldMk cId="921717854" sldId="264"/>
        </pc:sldMkLst>
        <pc:spChg chg="add mod">
          <ac:chgData name="Edmund WEE (TP)" userId="1aeff9e9-75c8-437e-9382-defeb26b795c" providerId="ADAL" clId="{114014A8-C605-4144-AADB-3E73113CE3EA}" dt="2026-03-23T01:21:35.600" v="126" actId="20577"/>
          <ac:spMkLst>
            <pc:docMk/>
            <pc:sldMk cId="921717854" sldId="264"/>
            <ac:spMk id="2" creationId="{553E3F5A-36B5-760B-CCC8-D40360B0B052}"/>
          </ac:spMkLst>
        </pc:spChg>
        <pc:spChg chg="add mod">
          <ac:chgData name="Edmund WEE (TP)" userId="1aeff9e9-75c8-437e-9382-defeb26b795c" providerId="ADAL" clId="{114014A8-C605-4144-AADB-3E73113CE3EA}" dt="2026-03-23T01:18:28.058" v="40" actId="700"/>
          <ac:spMkLst>
            <pc:docMk/>
            <pc:sldMk cId="921717854" sldId="264"/>
            <ac:spMk id="3" creationId="{5C5C56E1-8BEC-6892-EC76-7A4633E2A6FD}"/>
          </ac:spMkLst>
        </pc:spChg>
      </pc:sldChg>
      <pc:sldChg chg="addSp delSp modSp new mod modClrScheme chgLayout">
        <pc:chgData name="Edmund WEE (TP)" userId="1aeff9e9-75c8-437e-9382-defeb26b795c" providerId="ADAL" clId="{114014A8-C605-4144-AADB-3E73113CE3EA}" dt="2026-03-23T01:21:14.178" v="92" actId="20577"/>
        <pc:sldMkLst>
          <pc:docMk/>
          <pc:sldMk cId="1223578898" sldId="265"/>
        </pc:sldMkLst>
        <pc:spChg chg="del mod ord">
          <ac:chgData name="Edmund WEE (TP)" userId="1aeff9e9-75c8-437e-9382-defeb26b795c" providerId="ADAL" clId="{114014A8-C605-4144-AADB-3E73113CE3EA}" dt="2026-03-23T01:20:48.756" v="42" actId="700"/>
          <ac:spMkLst>
            <pc:docMk/>
            <pc:sldMk cId="1223578898" sldId="265"/>
            <ac:spMk id="2" creationId="{3A2DD7E9-49C9-C259-28E3-7A6116D5EB54}"/>
          </ac:spMkLst>
        </pc:spChg>
        <pc:spChg chg="del mod ord">
          <ac:chgData name="Edmund WEE (TP)" userId="1aeff9e9-75c8-437e-9382-defeb26b795c" providerId="ADAL" clId="{114014A8-C605-4144-AADB-3E73113CE3EA}" dt="2026-03-23T01:20:48.756" v="42" actId="700"/>
          <ac:spMkLst>
            <pc:docMk/>
            <pc:sldMk cId="1223578898" sldId="265"/>
            <ac:spMk id="3" creationId="{847EADED-EB63-2FC9-26AB-CAF4E87CE68A}"/>
          </ac:spMkLst>
        </pc:spChg>
        <pc:spChg chg="add mod ord">
          <ac:chgData name="Edmund WEE (TP)" userId="1aeff9e9-75c8-437e-9382-defeb26b795c" providerId="ADAL" clId="{114014A8-C605-4144-AADB-3E73113CE3EA}" dt="2026-03-23T01:21:14.178" v="92" actId="20577"/>
          <ac:spMkLst>
            <pc:docMk/>
            <pc:sldMk cId="1223578898" sldId="265"/>
            <ac:spMk id="4" creationId="{8556CDCA-5537-F4A6-13BB-BE4056289840}"/>
          </ac:spMkLst>
        </pc:spChg>
        <pc:spChg chg="add mod ord">
          <ac:chgData name="Edmund WEE (TP)" userId="1aeff9e9-75c8-437e-9382-defeb26b795c" providerId="ADAL" clId="{114014A8-C605-4144-AADB-3E73113CE3EA}" dt="2026-03-23T01:20:48.756" v="42" actId="700"/>
          <ac:spMkLst>
            <pc:docMk/>
            <pc:sldMk cId="1223578898" sldId="265"/>
            <ac:spMk id="5" creationId="{CFB18EF9-547C-1E83-1606-BF456ABCBDF2}"/>
          </ac:spMkLst>
        </pc:spChg>
      </pc:sldChg>
      <pc:sldChg chg="addSp delSp new mod modClrScheme chgLayout">
        <pc:chgData name="Edmund WEE (TP)" userId="1aeff9e9-75c8-437e-9382-defeb26b795c" providerId="ADAL" clId="{114014A8-C605-4144-AADB-3E73113CE3EA}" dt="2026-03-23T01:23:05.008" v="156" actId="22"/>
        <pc:sldMkLst>
          <pc:docMk/>
          <pc:sldMk cId="185596043" sldId="266"/>
        </pc:sldMkLst>
        <pc:spChg chg="del">
          <ac:chgData name="Edmund WEE (TP)" userId="1aeff9e9-75c8-437e-9382-defeb26b795c" providerId="ADAL" clId="{114014A8-C605-4144-AADB-3E73113CE3EA}" dt="2026-03-23T01:22:57.038" v="155" actId="700"/>
          <ac:spMkLst>
            <pc:docMk/>
            <pc:sldMk cId="185596043" sldId="266"/>
            <ac:spMk id="2" creationId="{0AAE42FB-7EED-54E1-B420-B6AA5C9438BC}"/>
          </ac:spMkLst>
        </pc:spChg>
        <pc:spChg chg="del">
          <ac:chgData name="Edmund WEE (TP)" userId="1aeff9e9-75c8-437e-9382-defeb26b795c" providerId="ADAL" clId="{114014A8-C605-4144-AADB-3E73113CE3EA}" dt="2026-03-23T01:22:57.038" v="155" actId="700"/>
          <ac:spMkLst>
            <pc:docMk/>
            <pc:sldMk cId="185596043" sldId="266"/>
            <ac:spMk id="3" creationId="{EB2828F6-9CD4-A923-CA83-20CE169056A8}"/>
          </ac:spMkLst>
        </pc:spChg>
        <pc:picChg chg="add">
          <ac:chgData name="Edmund WEE (TP)" userId="1aeff9e9-75c8-437e-9382-defeb26b795c" providerId="ADAL" clId="{114014A8-C605-4144-AADB-3E73113CE3EA}" dt="2026-03-23T01:23:05.008" v="156" actId="22"/>
          <ac:picMkLst>
            <pc:docMk/>
            <pc:sldMk cId="185596043" sldId="266"/>
            <ac:picMk id="5" creationId="{E642888D-8AE9-D5FC-20FB-784E850293C9}"/>
          </ac:picMkLst>
        </pc:picChg>
      </pc:sldChg>
      <pc:sldChg chg="addSp new mod">
        <pc:chgData name="Edmund WEE (TP)" userId="1aeff9e9-75c8-437e-9382-defeb26b795c" providerId="ADAL" clId="{114014A8-C605-4144-AADB-3E73113CE3EA}" dt="2026-03-23T01:23:17.131" v="158" actId="22"/>
        <pc:sldMkLst>
          <pc:docMk/>
          <pc:sldMk cId="3341274795" sldId="267"/>
        </pc:sldMkLst>
        <pc:picChg chg="add">
          <ac:chgData name="Edmund WEE (TP)" userId="1aeff9e9-75c8-437e-9382-defeb26b795c" providerId="ADAL" clId="{114014A8-C605-4144-AADB-3E73113CE3EA}" dt="2026-03-23T01:23:17.131" v="158" actId="22"/>
          <ac:picMkLst>
            <pc:docMk/>
            <pc:sldMk cId="3341274795" sldId="267"/>
            <ac:picMk id="3" creationId="{E9D43087-A703-F178-BE46-F8E0F35B7CF3}"/>
          </ac:picMkLst>
        </pc:picChg>
      </pc:sldChg>
      <pc:sldChg chg="addSp new mod">
        <pc:chgData name="Edmund WEE (TP)" userId="1aeff9e9-75c8-437e-9382-defeb26b795c" providerId="ADAL" clId="{114014A8-C605-4144-AADB-3E73113CE3EA}" dt="2026-03-23T01:23:30.655" v="160" actId="22"/>
        <pc:sldMkLst>
          <pc:docMk/>
          <pc:sldMk cId="4015128201" sldId="268"/>
        </pc:sldMkLst>
        <pc:picChg chg="add">
          <ac:chgData name="Edmund WEE (TP)" userId="1aeff9e9-75c8-437e-9382-defeb26b795c" providerId="ADAL" clId="{114014A8-C605-4144-AADB-3E73113CE3EA}" dt="2026-03-23T01:23:30.655" v="160" actId="22"/>
          <ac:picMkLst>
            <pc:docMk/>
            <pc:sldMk cId="4015128201" sldId="268"/>
            <ac:picMk id="3" creationId="{687F4C1C-F3DC-1E83-7104-C17DF407630B}"/>
          </ac:picMkLst>
        </pc:picChg>
      </pc:sldChg>
      <pc:sldChg chg="addSp new mod">
        <pc:chgData name="Edmund WEE (TP)" userId="1aeff9e9-75c8-437e-9382-defeb26b795c" providerId="ADAL" clId="{114014A8-C605-4144-AADB-3E73113CE3EA}" dt="2026-03-23T01:23:58.605" v="162" actId="22"/>
        <pc:sldMkLst>
          <pc:docMk/>
          <pc:sldMk cId="2896084970" sldId="269"/>
        </pc:sldMkLst>
        <pc:picChg chg="add">
          <ac:chgData name="Edmund WEE (TP)" userId="1aeff9e9-75c8-437e-9382-defeb26b795c" providerId="ADAL" clId="{114014A8-C605-4144-AADB-3E73113CE3EA}" dt="2026-03-23T01:23:58.605" v="162" actId="22"/>
          <ac:picMkLst>
            <pc:docMk/>
            <pc:sldMk cId="2896084970" sldId="269"/>
            <ac:picMk id="3" creationId="{82A168A1-E10C-CC2C-10E8-8D0D1C5DD29B}"/>
          </ac:picMkLst>
        </pc:picChg>
      </pc:sldChg>
      <pc:sldChg chg="addSp modSp new mod modClrScheme chgLayout">
        <pc:chgData name="Edmund WEE (TP)" userId="1aeff9e9-75c8-437e-9382-defeb26b795c" providerId="ADAL" clId="{114014A8-C605-4144-AADB-3E73113CE3EA}" dt="2026-03-23T01:25:02.172" v="207" actId="20577"/>
        <pc:sldMkLst>
          <pc:docMk/>
          <pc:sldMk cId="754908875" sldId="270"/>
        </pc:sldMkLst>
        <pc:spChg chg="add mod">
          <ac:chgData name="Edmund WEE (TP)" userId="1aeff9e9-75c8-437e-9382-defeb26b795c" providerId="ADAL" clId="{114014A8-C605-4144-AADB-3E73113CE3EA}" dt="2026-03-23T01:25:02.172" v="207" actId="20577"/>
          <ac:spMkLst>
            <pc:docMk/>
            <pc:sldMk cId="754908875" sldId="270"/>
            <ac:spMk id="2" creationId="{C878042B-4ABC-99EC-E4A9-9CDA7854454A}"/>
          </ac:spMkLst>
        </pc:spChg>
        <pc:spChg chg="add mod">
          <ac:chgData name="Edmund WEE (TP)" userId="1aeff9e9-75c8-437e-9382-defeb26b795c" providerId="ADAL" clId="{114014A8-C605-4144-AADB-3E73113CE3EA}" dt="2026-03-23T01:24:38.208" v="165" actId="700"/>
          <ac:spMkLst>
            <pc:docMk/>
            <pc:sldMk cId="754908875" sldId="270"/>
            <ac:spMk id="3" creationId="{F297135B-D9AD-CB6D-17A1-4C3A3ACDE6C5}"/>
          </ac:spMkLst>
        </pc:spChg>
      </pc:sldChg>
      <pc:sldChg chg="addSp new mod">
        <pc:chgData name="Edmund WEE (TP)" userId="1aeff9e9-75c8-437e-9382-defeb26b795c" providerId="ADAL" clId="{114014A8-C605-4144-AADB-3E73113CE3EA}" dt="2026-03-23T01:25:24.564" v="212" actId="22"/>
        <pc:sldMkLst>
          <pc:docMk/>
          <pc:sldMk cId="3084660657" sldId="271"/>
        </pc:sldMkLst>
        <pc:picChg chg="add">
          <ac:chgData name="Edmund WEE (TP)" userId="1aeff9e9-75c8-437e-9382-defeb26b795c" providerId="ADAL" clId="{114014A8-C605-4144-AADB-3E73113CE3EA}" dt="2026-03-23T01:25:24.564" v="212" actId="22"/>
          <ac:picMkLst>
            <pc:docMk/>
            <pc:sldMk cId="3084660657" sldId="271"/>
            <ac:picMk id="3" creationId="{CE0FE1FF-B90E-79C4-E5CB-EEA4937E0D96}"/>
          </ac:picMkLst>
        </pc:picChg>
      </pc:sldChg>
      <pc:sldChg chg="addSp new mod">
        <pc:chgData name="Edmund WEE (TP)" userId="1aeff9e9-75c8-437e-9382-defeb26b795c" providerId="ADAL" clId="{114014A8-C605-4144-AADB-3E73113CE3EA}" dt="2026-03-23T01:25:36.476" v="214" actId="22"/>
        <pc:sldMkLst>
          <pc:docMk/>
          <pc:sldMk cId="391401913" sldId="272"/>
        </pc:sldMkLst>
        <pc:picChg chg="add">
          <ac:chgData name="Edmund WEE (TP)" userId="1aeff9e9-75c8-437e-9382-defeb26b795c" providerId="ADAL" clId="{114014A8-C605-4144-AADB-3E73113CE3EA}" dt="2026-03-23T01:25:36.476" v="214" actId="22"/>
          <ac:picMkLst>
            <pc:docMk/>
            <pc:sldMk cId="391401913" sldId="272"/>
            <ac:picMk id="3" creationId="{1F2132D0-FF3B-BABA-9706-A037C5BF00BE}"/>
          </ac:picMkLst>
        </pc:picChg>
      </pc:sldChg>
      <pc:sldChg chg="addSp new mod">
        <pc:chgData name="Edmund WEE (TP)" userId="1aeff9e9-75c8-437e-9382-defeb26b795c" providerId="ADAL" clId="{114014A8-C605-4144-AADB-3E73113CE3EA}" dt="2026-03-23T01:25:48.972" v="216" actId="22"/>
        <pc:sldMkLst>
          <pc:docMk/>
          <pc:sldMk cId="1839291925" sldId="273"/>
        </pc:sldMkLst>
        <pc:picChg chg="add">
          <ac:chgData name="Edmund WEE (TP)" userId="1aeff9e9-75c8-437e-9382-defeb26b795c" providerId="ADAL" clId="{114014A8-C605-4144-AADB-3E73113CE3EA}" dt="2026-03-23T01:25:48.972" v="216" actId="22"/>
          <ac:picMkLst>
            <pc:docMk/>
            <pc:sldMk cId="1839291925" sldId="273"/>
            <ac:picMk id="3" creationId="{4FD43E83-0071-CACA-D302-2BA5EB86ABE3}"/>
          </ac:picMkLst>
        </pc:picChg>
      </pc:sldChg>
      <pc:sldChg chg="addSp new mod">
        <pc:chgData name="Edmund WEE (TP)" userId="1aeff9e9-75c8-437e-9382-defeb26b795c" providerId="ADAL" clId="{114014A8-C605-4144-AADB-3E73113CE3EA}" dt="2026-03-23T01:26:10.770" v="218" actId="22"/>
        <pc:sldMkLst>
          <pc:docMk/>
          <pc:sldMk cId="391261978" sldId="274"/>
        </pc:sldMkLst>
        <pc:picChg chg="add">
          <ac:chgData name="Edmund WEE (TP)" userId="1aeff9e9-75c8-437e-9382-defeb26b795c" providerId="ADAL" clId="{114014A8-C605-4144-AADB-3E73113CE3EA}" dt="2026-03-23T01:26:10.770" v="218" actId="22"/>
          <ac:picMkLst>
            <pc:docMk/>
            <pc:sldMk cId="391261978" sldId="274"/>
            <ac:picMk id="3" creationId="{BEE3F447-624A-F38A-62EF-AF2F99AC35A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5DA28-A67B-4FB8-B597-F989A3D14BED}" type="datetimeFigureOut">
              <a:rPr lang="en-SG" smtClean="0"/>
              <a:t>23/03/2026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ED940-0628-4EA9-8ACE-60DD38D61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813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E1B39-EF3E-4D49-9779-1439543499AA}" type="slidenum">
              <a:rPr lang="en-US" sz="1200">
                <a:solidFill>
                  <a:schemeClr val="tx1"/>
                </a:solidFill>
              </a:rPr>
              <a:pPr eaLnBrk="1" hangingPunct="1"/>
              <a:t>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34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08A1C0-7C58-4804-AFA6-F00F738E1C53}" type="slidenum">
              <a:rPr lang="en-US" sz="1200">
                <a:solidFill>
                  <a:schemeClr val="tx1"/>
                </a:solidFill>
              </a:rPr>
              <a:pPr eaLnBrk="1" hangingPunct="1"/>
              <a:t>2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307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5334000" y="-4572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334000" y="-3048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4953000"/>
            <a:ext cx="10668000" cy="990600"/>
          </a:xfrm>
        </p:spPr>
        <p:txBody>
          <a:bodyPr>
            <a:normAutofit/>
          </a:bodyPr>
          <a:lstStyle>
            <a:lvl1pPr algn="r">
              <a:defRPr sz="3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5791200"/>
            <a:ext cx="10668000" cy="4572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04801"/>
            <a:ext cx="6741003" cy="58433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6200000">
            <a:off x="8851901" y="1460501"/>
            <a:ext cx="76201" cy="6603997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1503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6057900" y="342898"/>
            <a:ext cx="76200" cy="12192003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76200"/>
            <a:ext cx="9753600" cy="1143000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1" y="1219200"/>
            <a:ext cx="9690705" cy="5029200"/>
          </a:xfrm>
          <a:noFill/>
        </p:spPr>
        <p:txBody>
          <a:bodyPr/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5935349" y="541651"/>
            <a:ext cx="321304" cy="12192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Box 6"/>
          <p:cNvSpPr txBox="1"/>
          <p:nvPr userDrawn="1"/>
        </p:nvSpPr>
        <p:spPr>
          <a:xfrm>
            <a:off x="5689600" y="6477000"/>
            <a:ext cx="629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spc="80" baseline="0" dirty="0">
                <a:solidFill>
                  <a:schemeClr val="bg1"/>
                </a:solidFill>
              </a:rPr>
              <a:t>TEMASEK POLYTECHNIC  •  </a:t>
            </a:r>
            <a:r>
              <a:rPr lang="en-US" sz="1100" b="1" spc="80" baseline="0" dirty="0">
                <a:solidFill>
                  <a:schemeClr val="bg1"/>
                </a:solidFill>
              </a:rPr>
              <a:t>SCHOOL OF INFORMATICS &amp; IT</a:t>
            </a:r>
            <a:endParaRPr lang="en-US" sz="1100" spc="8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69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9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3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8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8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1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7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8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200" y="228600"/>
            <a:ext cx="965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200" y="1371600"/>
            <a:ext cx="9652000" cy="4800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39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524001"/>
            <a:ext cx="7848600" cy="19272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en-US" sz="2500" dirty="0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52400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			</a:t>
            </a:r>
          </a:p>
          <a:p>
            <a:pPr algn="r"/>
            <a:endParaRPr lang="en-US" sz="1800" i="1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algn="r"/>
            <a:r>
              <a:rPr lang="en-US" sz="1800" i="1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57400" y="4953000"/>
            <a:ext cx="8001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4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Intro to Ethical Hacking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/>
              <a:t>Objectives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943100" y="1676400"/>
            <a:ext cx="8305800" cy="4114800"/>
          </a:xfrm>
        </p:spPr>
        <p:txBody>
          <a:bodyPr>
            <a:normAutofit/>
          </a:bodyPr>
          <a:lstStyle/>
          <a:p>
            <a:r>
              <a:rPr lang="en-US" dirty="0"/>
              <a:t>Hacking Concepts &amp; Different Hacker Classes</a:t>
            </a:r>
          </a:p>
          <a:p>
            <a:r>
              <a:rPr lang="en-US" dirty="0"/>
              <a:t>Ethical Hacking Concepts &amp; Scope</a:t>
            </a:r>
          </a:p>
          <a:p>
            <a:r>
              <a:rPr lang="en-US" dirty="0"/>
              <a:t>Ethical Hacking Methodologies &amp; Frameworks</a:t>
            </a:r>
          </a:p>
          <a:p>
            <a:endParaRPr lang="en-US" dirty="0"/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Ethical Hacking and Network Defense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FF8A09-5E13-47FD-94CB-8659100E7968}" type="slidenum">
              <a:rPr lang="en-US" sz="1400"/>
              <a:pPr eaLnBrk="1" hangingPunct="1"/>
              <a:t>2</a:t>
            </a:fld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56CDCA-5537-F4A6-13BB-BE405628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Hacking concepts &amp; Different hacker classes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18EF9-547C-1E83-1606-BF456ABCB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357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DA00B4-8B26-6F6C-0E93-E9FD3A6F3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2" y="390101"/>
            <a:ext cx="11250595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486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908EF3-19AC-20B7-D2AD-4CBB60ADF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39" y="290074"/>
            <a:ext cx="11441122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85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D2617C-08D2-A735-9041-339BBE7EB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2" y="266258"/>
            <a:ext cx="11612596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16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0382EE-D206-B9B5-0838-4128BBD14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1" y="304364"/>
            <a:ext cx="11374437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53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E3F5A-36B5-760B-CCC8-D40360B0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hacking concepts &amp; scope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C56E1-8BEC-6892-EC76-7A4633E2A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21717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42888D-8AE9-D5FC-20FB-784E8502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81" y="299601"/>
            <a:ext cx="11193437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6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D43087-A703-F178-BE46-F8E0F35B7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50" y="275785"/>
            <a:ext cx="11288700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74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7F4C1C-F3DC-1E83-7104-C17DF4076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251969"/>
            <a:ext cx="11202963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28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A168A1-E10C-CC2C-10E8-8D0D1C5DD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266258"/>
            <a:ext cx="11307753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084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042B-4ABC-99EC-E4A9-9CDA7854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hacking Methodologies &amp; Frameworks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7135B-D9AD-CB6D-17A1-4C3A3ACDE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54908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0FE1FF-B90E-79C4-E5CB-EEA4937E0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50" y="313890"/>
            <a:ext cx="10926700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660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2132D0-FF3B-BABA-9706-A037C5BF0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223390"/>
            <a:ext cx="11307753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1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43E83-0071-CACA-D302-2BA5EB86A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0" y="237679"/>
            <a:ext cx="11317279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91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E3F447-624A-F38A-62EF-AF2F99AC3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299601"/>
            <a:ext cx="11183911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61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8105</TotalTime>
  <Words>49</Words>
  <Application>Microsoft Office PowerPoint</Application>
  <PresentationFormat>Widescreen</PresentationFormat>
  <Paragraphs>15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Unicode MS</vt:lpstr>
      <vt:lpstr>Calibri</vt:lpstr>
      <vt:lpstr>Office Theme</vt:lpstr>
      <vt:lpstr>PowerPoint Presentation</vt:lpstr>
      <vt:lpstr>Objectives</vt:lpstr>
      <vt:lpstr>Hacking concepts &amp; Different hacker classes</vt:lpstr>
      <vt:lpstr>PowerPoint Presentation</vt:lpstr>
      <vt:lpstr>PowerPoint Presentation</vt:lpstr>
      <vt:lpstr>PowerPoint Presentation</vt:lpstr>
      <vt:lpstr>PowerPoint Presentation</vt:lpstr>
      <vt:lpstr>Ethical hacking concepts &amp; scope</vt:lpstr>
      <vt:lpstr>PowerPoint Presentation</vt:lpstr>
      <vt:lpstr>PowerPoint Presentation</vt:lpstr>
      <vt:lpstr>PowerPoint Presentation</vt:lpstr>
      <vt:lpstr>PowerPoint Presentation</vt:lpstr>
      <vt:lpstr>Ethical hacking Methodologies &amp; Frameworks</vt:lpstr>
      <vt:lpstr>PowerPoint Presentation</vt:lpstr>
      <vt:lpstr>PowerPoint Presentation</vt:lpstr>
      <vt:lpstr>PowerPoint Presentation</vt:lpstr>
      <vt:lpstr>PowerPoint Presentation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yulin</dc:creator>
  <cp:lastModifiedBy>Edmund WEE (TP)</cp:lastModifiedBy>
  <cp:revision>812</cp:revision>
  <dcterms:created xsi:type="dcterms:W3CDTF">2012-02-09T05:42:03Z</dcterms:created>
  <dcterms:modified xsi:type="dcterms:W3CDTF">2026-03-23T01:26:15Z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shamzah@TP.EDU.SG</vt:lpwstr>
  </property>
  <property fmtid="{D5CDD505-2E9C-101B-9397-08002B2CF9AE}" pid="5" name="MSIP_Label_4bcb20ed-001a-45f4-b2e7-234c5fc91178_SetDate">
    <vt:lpwstr>2019-12-12T16:11:24.3844753Z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e9e0e61a-f8c5-420c-b625-1f10b52177be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shamzah@TP.EDU.SG</vt:lpwstr>
  </property>
  <property fmtid="{D5CDD505-2E9C-101B-9397-08002B2CF9AE}" pid="13" name="MSIP_Label_f69d7fc4-da81-42e5-b309-526f71322d86_SetDate">
    <vt:lpwstr>2019-12-12T16:11:24.3844753Z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e9e0e61a-f8c5-420c-b625-1f10b52177be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</Properties>
</file>