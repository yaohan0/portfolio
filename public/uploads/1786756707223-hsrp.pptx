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K LEONG (TP)" userId="111f5370-9e5f-4b91-8b88-3f16be600637" providerId="ADAL" clId="{7710FF58-2809-40EE-8205-6EF059AB3796}"/>
    <pc:docChg chg="custSel modSld">
      <pc:chgData name="John PK LEONG (TP)" userId="111f5370-9e5f-4b91-8b88-3f16be600637" providerId="ADAL" clId="{7710FF58-2809-40EE-8205-6EF059AB3796}" dt="2024-06-07T08:16:24.609" v="20" actId="1076"/>
      <pc:docMkLst>
        <pc:docMk/>
      </pc:docMkLst>
      <pc:sldChg chg="addSp delSp modSp mod">
        <pc:chgData name="John PK LEONG (TP)" userId="111f5370-9e5f-4b91-8b88-3f16be600637" providerId="ADAL" clId="{7710FF58-2809-40EE-8205-6EF059AB3796}" dt="2024-06-07T08:01:32.368" v="2" actId="1076"/>
        <pc:sldMkLst>
          <pc:docMk/>
          <pc:sldMk cId="3388799675" sldId="257"/>
        </pc:sldMkLst>
        <pc:picChg chg="del">
          <ac:chgData name="John PK LEONG (TP)" userId="111f5370-9e5f-4b91-8b88-3f16be600637" providerId="ADAL" clId="{7710FF58-2809-40EE-8205-6EF059AB3796}" dt="2024-06-07T07:59:02.209" v="0" actId="21"/>
          <ac:picMkLst>
            <pc:docMk/>
            <pc:sldMk cId="3388799675" sldId="257"/>
            <ac:picMk id="4" creationId="{3025E8FF-3691-A08C-0FC9-D5D5B5F60FEC}"/>
          </ac:picMkLst>
        </pc:picChg>
        <pc:picChg chg="add mod">
          <ac:chgData name="John PK LEONG (TP)" userId="111f5370-9e5f-4b91-8b88-3f16be600637" providerId="ADAL" clId="{7710FF58-2809-40EE-8205-6EF059AB3796}" dt="2024-06-07T08:01:32.368" v="2" actId="1076"/>
          <ac:picMkLst>
            <pc:docMk/>
            <pc:sldMk cId="3388799675" sldId="257"/>
            <ac:picMk id="6" creationId="{F081E1AB-A403-0690-9066-EC82D3F262A2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03:34.457" v="5" actId="1076"/>
        <pc:sldMkLst>
          <pc:docMk/>
          <pc:sldMk cId="734880419" sldId="258"/>
        </pc:sldMkLst>
        <pc:picChg chg="del">
          <ac:chgData name="John PK LEONG (TP)" userId="111f5370-9e5f-4b91-8b88-3f16be600637" providerId="ADAL" clId="{7710FF58-2809-40EE-8205-6EF059AB3796}" dt="2024-06-07T08:01:36.540" v="3" actId="21"/>
          <ac:picMkLst>
            <pc:docMk/>
            <pc:sldMk cId="734880419" sldId="258"/>
            <ac:picMk id="4" creationId="{43DB99E2-1C6B-15F2-AA64-EA03F74559B8}"/>
          </ac:picMkLst>
        </pc:picChg>
        <pc:picChg chg="add mod">
          <ac:chgData name="John PK LEONG (TP)" userId="111f5370-9e5f-4b91-8b88-3f16be600637" providerId="ADAL" clId="{7710FF58-2809-40EE-8205-6EF059AB3796}" dt="2024-06-07T08:03:34.457" v="5" actId="1076"/>
          <ac:picMkLst>
            <pc:docMk/>
            <pc:sldMk cId="734880419" sldId="258"/>
            <ac:picMk id="6" creationId="{2AD9A12C-AB12-D208-B697-8C87E163ABDE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06:02.753" v="8" actId="1076"/>
        <pc:sldMkLst>
          <pc:docMk/>
          <pc:sldMk cId="2713246856" sldId="259"/>
        </pc:sldMkLst>
        <pc:picChg chg="del">
          <ac:chgData name="John PK LEONG (TP)" userId="111f5370-9e5f-4b91-8b88-3f16be600637" providerId="ADAL" clId="{7710FF58-2809-40EE-8205-6EF059AB3796}" dt="2024-06-07T08:03:39.889" v="6" actId="21"/>
          <ac:picMkLst>
            <pc:docMk/>
            <pc:sldMk cId="2713246856" sldId="259"/>
            <ac:picMk id="4" creationId="{416A7EB0-6A91-C2E6-9857-DA4FE8289E64}"/>
          </ac:picMkLst>
        </pc:picChg>
        <pc:picChg chg="add mod">
          <ac:chgData name="John PK LEONG (TP)" userId="111f5370-9e5f-4b91-8b88-3f16be600637" providerId="ADAL" clId="{7710FF58-2809-40EE-8205-6EF059AB3796}" dt="2024-06-07T08:06:02.753" v="8" actId="1076"/>
          <ac:picMkLst>
            <pc:docMk/>
            <pc:sldMk cId="2713246856" sldId="259"/>
            <ac:picMk id="6" creationId="{7EE3FB73-0322-D598-BE0F-7331C573DBFA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08:27.986" v="11" actId="1076"/>
        <pc:sldMkLst>
          <pc:docMk/>
          <pc:sldMk cId="3099259485" sldId="260"/>
        </pc:sldMkLst>
        <pc:picChg chg="del">
          <ac:chgData name="John PK LEONG (TP)" userId="111f5370-9e5f-4b91-8b88-3f16be600637" providerId="ADAL" clId="{7710FF58-2809-40EE-8205-6EF059AB3796}" dt="2024-06-07T08:06:19.070" v="9" actId="21"/>
          <ac:picMkLst>
            <pc:docMk/>
            <pc:sldMk cId="3099259485" sldId="260"/>
            <ac:picMk id="4" creationId="{41A714BB-17AC-A3F5-C4A9-D3156B8D73E1}"/>
          </ac:picMkLst>
        </pc:picChg>
        <pc:picChg chg="add mod">
          <ac:chgData name="John PK LEONG (TP)" userId="111f5370-9e5f-4b91-8b88-3f16be600637" providerId="ADAL" clId="{7710FF58-2809-40EE-8205-6EF059AB3796}" dt="2024-06-07T08:08:27.986" v="11" actId="1076"/>
          <ac:picMkLst>
            <pc:docMk/>
            <pc:sldMk cId="3099259485" sldId="260"/>
            <ac:picMk id="6" creationId="{EC5C46C9-F762-CBE6-FFC1-599FBB96795C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10:19.823" v="14" actId="1076"/>
        <pc:sldMkLst>
          <pc:docMk/>
          <pc:sldMk cId="2172491814" sldId="261"/>
        </pc:sldMkLst>
        <pc:picChg chg="del">
          <ac:chgData name="John PK LEONG (TP)" userId="111f5370-9e5f-4b91-8b88-3f16be600637" providerId="ADAL" clId="{7710FF58-2809-40EE-8205-6EF059AB3796}" dt="2024-06-07T08:08:33.070" v="12" actId="21"/>
          <ac:picMkLst>
            <pc:docMk/>
            <pc:sldMk cId="2172491814" sldId="261"/>
            <ac:picMk id="4" creationId="{3A7DBF89-1CE9-C26E-6BD3-EAE0B2AC5E6F}"/>
          </ac:picMkLst>
        </pc:picChg>
        <pc:picChg chg="add mod">
          <ac:chgData name="John PK LEONG (TP)" userId="111f5370-9e5f-4b91-8b88-3f16be600637" providerId="ADAL" clId="{7710FF58-2809-40EE-8205-6EF059AB3796}" dt="2024-06-07T08:10:19.823" v="14" actId="1076"/>
          <ac:picMkLst>
            <pc:docMk/>
            <pc:sldMk cId="2172491814" sldId="261"/>
            <ac:picMk id="6" creationId="{A55B5364-6C73-6385-BC18-70F69A9E7879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13:13.883" v="17" actId="1076"/>
        <pc:sldMkLst>
          <pc:docMk/>
          <pc:sldMk cId="514891647" sldId="262"/>
        </pc:sldMkLst>
        <pc:picChg chg="del">
          <ac:chgData name="John PK LEONG (TP)" userId="111f5370-9e5f-4b91-8b88-3f16be600637" providerId="ADAL" clId="{7710FF58-2809-40EE-8205-6EF059AB3796}" dt="2024-06-07T08:10:24.943" v="15" actId="21"/>
          <ac:picMkLst>
            <pc:docMk/>
            <pc:sldMk cId="514891647" sldId="262"/>
            <ac:picMk id="4" creationId="{5897993D-BC6C-CD85-711B-BEB69B91C262}"/>
          </ac:picMkLst>
        </pc:picChg>
        <pc:picChg chg="add mod">
          <ac:chgData name="John PK LEONG (TP)" userId="111f5370-9e5f-4b91-8b88-3f16be600637" providerId="ADAL" clId="{7710FF58-2809-40EE-8205-6EF059AB3796}" dt="2024-06-07T08:13:13.883" v="17" actId="1076"/>
          <ac:picMkLst>
            <pc:docMk/>
            <pc:sldMk cId="514891647" sldId="262"/>
            <ac:picMk id="6" creationId="{8168F72A-A0CB-E08D-BC94-7551B633B008}"/>
          </ac:picMkLst>
        </pc:picChg>
      </pc:sldChg>
      <pc:sldChg chg="addSp delSp modSp mod">
        <pc:chgData name="John PK LEONG (TP)" userId="111f5370-9e5f-4b91-8b88-3f16be600637" providerId="ADAL" clId="{7710FF58-2809-40EE-8205-6EF059AB3796}" dt="2024-06-07T08:16:24.609" v="20" actId="1076"/>
        <pc:sldMkLst>
          <pc:docMk/>
          <pc:sldMk cId="1202262493" sldId="263"/>
        </pc:sldMkLst>
        <pc:picChg chg="del">
          <ac:chgData name="John PK LEONG (TP)" userId="111f5370-9e5f-4b91-8b88-3f16be600637" providerId="ADAL" clId="{7710FF58-2809-40EE-8205-6EF059AB3796}" dt="2024-06-07T08:13:20.364" v="18" actId="21"/>
          <ac:picMkLst>
            <pc:docMk/>
            <pc:sldMk cId="1202262493" sldId="263"/>
            <ac:picMk id="4" creationId="{A3BFFEBD-7F8F-B55B-E719-1CB6D2B19C3C}"/>
          </ac:picMkLst>
        </pc:picChg>
        <pc:picChg chg="add mod">
          <ac:chgData name="John PK LEONG (TP)" userId="111f5370-9e5f-4b91-8b88-3f16be600637" providerId="ADAL" clId="{7710FF58-2809-40EE-8205-6EF059AB3796}" dt="2024-06-07T08:16:24.609" v="20" actId="1076"/>
          <ac:picMkLst>
            <pc:docMk/>
            <pc:sldMk cId="1202262493" sldId="263"/>
            <ac:picMk id="6" creationId="{67EAD47E-72FC-8639-4F4D-3D465ECD04DD}"/>
          </ac:picMkLst>
        </pc:picChg>
      </pc:sldChg>
    </pc:docChg>
  </pc:docChgLst>
  <pc:docChgLst>
    <pc:chgData name="John Peng Kwai" userId="111f5370-9e5f-4b91-8b88-3f16be600637" providerId="ADAL" clId="{5C8B3B06-A9D1-40AA-9880-3D750DD71AF8}"/>
    <pc:docChg chg="undo custSel mod addSld modSld">
      <pc:chgData name="John Peng Kwai" userId="111f5370-9e5f-4b91-8b88-3f16be600637" providerId="ADAL" clId="{5C8B3B06-A9D1-40AA-9880-3D750DD71AF8}" dt="2024-05-15T03:19:20.105" v="326" actId="20577"/>
      <pc:docMkLst>
        <pc:docMk/>
      </pc:docMkLst>
      <pc:sldChg chg="modSp new mod">
        <pc:chgData name="John Peng Kwai" userId="111f5370-9e5f-4b91-8b88-3f16be600637" providerId="ADAL" clId="{5C8B3B06-A9D1-40AA-9880-3D750DD71AF8}" dt="2024-05-15T03:03:49.718" v="7" actId="20577"/>
        <pc:sldMkLst>
          <pc:docMk/>
          <pc:sldMk cId="1504936967" sldId="256"/>
        </pc:sldMkLst>
        <pc:spChg chg="mod">
          <ac:chgData name="John Peng Kwai" userId="111f5370-9e5f-4b91-8b88-3f16be600637" providerId="ADAL" clId="{5C8B3B06-A9D1-40AA-9880-3D750DD71AF8}" dt="2024-05-15T03:03:49.718" v="7" actId="20577"/>
          <ac:spMkLst>
            <pc:docMk/>
            <pc:sldMk cId="1504936967" sldId="256"/>
            <ac:spMk id="2" creationId="{AA30DC20-17FC-C9F5-EAE1-2055153A9780}"/>
          </ac:spMkLst>
        </pc:spChg>
      </pc:sldChg>
      <pc:sldChg chg="addSp modSp new mod setBg">
        <pc:chgData name="John Peng Kwai" userId="111f5370-9e5f-4b91-8b88-3f16be600637" providerId="ADAL" clId="{5C8B3B06-A9D1-40AA-9880-3D750DD71AF8}" dt="2024-05-15T03:05:36.779" v="102" actId="20577"/>
        <pc:sldMkLst>
          <pc:docMk/>
          <pc:sldMk cId="3388799675" sldId="257"/>
        </pc:sldMkLst>
        <pc:spChg chg="mo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2" creationId="{0E115749-A303-7D95-64B1-9EEC176C5275}"/>
          </ac:spMkLst>
        </pc:spChg>
        <pc:spChg chg="mod">
          <ac:chgData name="John Peng Kwai" userId="111f5370-9e5f-4b91-8b88-3f16be600637" providerId="ADAL" clId="{5C8B3B06-A9D1-40AA-9880-3D750DD71AF8}" dt="2024-05-15T03:05:36.779" v="102" actId="20577"/>
          <ac:spMkLst>
            <pc:docMk/>
            <pc:sldMk cId="3388799675" sldId="257"/>
            <ac:spMk id="3" creationId="{4909220D-7951-F20F-7EF2-B10470995A29}"/>
          </ac:spMkLst>
        </pc:spChg>
        <pc:spChg chg="ad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9" creationId="{A8384FB5-9ADC-4DDC-881B-597D56F5B15D}"/>
          </ac:spMkLst>
        </pc:spChg>
        <pc:spChg chg="ad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11" creationId="{91E5A9A7-95C6-4F4F-B00E-C82E07FE62EF}"/>
          </ac:spMkLst>
        </pc:spChg>
        <pc:spChg chg="ad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13" creationId="{D07DD2DE-F619-49DD-B5E7-03A290FF4ED1}"/>
          </ac:spMkLst>
        </pc:spChg>
        <pc:spChg chg="ad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15" creationId="{85149191-5F60-4A28-AAFF-039F96B0F3EC}"/>
          </ac:spMkLst>
        </pc:spChg>
        <pc:spChg chg="add">
          <ac:chgData name="John Peng Kwai" userId="111f5370-9e5f-4b91-8b88-3f16be600637" providerId="ADAL" clId="{5C8B3B06-A9D1-40AA-9880-3D750DD71AF8}" dt="2024-05-15T03:05:07.341" v="96" actId="26606"/>
          <ac:spMkLst>
            <pc:docMk/>
            <pc:sldMk cId="3388799675" sldId="257"/>
            <ac:spMk id="17" creationId="{F8260ED5-17F7-4158-B241-D51DD4CF1B7E}"/>
          </ac:spMkLst>
        </pc:spChg>
        <pc:picChg chg="add mod">
          <ac:chgData name="John Peng Kwai" userId="111f5370-9e5f-4b91-8b88-3f16be600637" providerId="ADAL" clId="{5C8B3B06-A9D1-40AA-9880-3D750DD71AF8}" dt="2024-05-15T03:05:07.341" v="96" actId="26606"/>
          <ac:picMkLst>
            <pc:docMk/>
            <pc:sldMk cId="3388799675" sldId="257"/>
            <ac:picMk id="4" creationId="{3025E8FF-3691-A08C-0FC9-D5D5B5F60FEC}"/>
          </ac:picMkLst>
        </pc:picChg>
      </pc:sldChg>
      <pc:sldChg chg="addSp modSp new mod setBg">
        <pc:chgData name="John Peng Kwai" userId="111f5370-9e5f-4b91-8b88-3f16be600637" providerId="ADAL" clId="{5C8B3B06-A9D1-40AA-9880-3D750DD71AF8}" dt="2024-05-15T03:06:39.564" v="131" actId="26606"/>
        <pc:sldMkLst>
          <pc:docMk/>
          <pc:sldMk cId="734880419" sldId="258"/>
        </pc:sldMkLst>
        <pc:spChg chg="mo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2" creationId="{D09DFE56-6171-2592-0B35-92965BE61967}"/>
          </ac:spMkLst>
        </pc:spChg>
        <pc:spChg chg="mo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3" creationId="{96DF57B1-5173-30DA-D905-EA227DCD17B2}"/>
          </ac:spMkLst>
        </pc:spChg>
        <pc:spChg chg="ad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9" creationId="{12609869-9E80-471B-A487-A53288E0E791}"/>
          </ac:spMkLst>
        </pc:spChg>
        <pc:spChg chg="ad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11" creationId="{7004738A-9D34-43E8-97D2-CA0EED4F8BE0}"/>
          </ac:spMkLst>
        </pc:spChg>
        <pc:spChg chg="ad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13" creationId="{B8B8D07F-F13E-443E-BA68-2D26672D76B9}"/>
          </ac:spMkLst>
        </pc:spChg>
        <pc:spChg chg="ad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15" creationId="{2813A4FA-24A5-41ED-A534-3807D1B2F344}"/>
          </ac:spMkLst>
        </pc:spChg>
        <pc:spChg chg="add">
          <ac:chgData name="John Peng Kwai" userId="111f5370-9e5f-4b91-8b88-3f16be600637" providerId="ADAL" clId="{5C8B3B06-A9D1-40AA-9880-3D750DD71AF8}" dt="2024-05-15T03:06:39.564" v="131" actId="26606"/>
          <ac:spMkLst>
            <pc:docMk/>
            <pc:sldMk cId="734880419" sldId="258"/>
            <ac:spMk id="17" creationId="{C3944F27-CA70-4E84-A51A-E6BF89558979}"/>
          </ac:spMkLst>
        </pc:spChg>
        <pc:picChg chg="add mod">
          <ac:chgData name="John Peng Kwai" userId="111f5370-9e5f-4b91-8b88-3f16be600637" providerId="ADAL" clId="{5C8B3B06-A9D1-40AA-9880-3D750DD71AF8}" dt="2024-05-15T03:06:39.564" v="131" actId="26606"/>
          <ac:picMkLst>
            <pc:docMk/>
            <pc:sldMk cId="734880419" sldId="258"/>
            <ac:picMk id="4" creationId="{43DB99E2-1C6B-15F2-AA64-EA03F74559B8}"/>
          </ac:picMkLst>
        </pc:picChg>
      </pc:sldChg>
      <pc:sldChg chg="addSp modSp new mod setBg">
        <pc:chgData name="John Peng Kwai" userId="111f5370-9e5f-4b91-8b88-3f16be600637" providerId="ADAL" clId="{5C8B3B06-A9D1-40AA-9880-3D750DD71AF8}" dt="2024-05-15T03:08:51.980" v="185" actId="26606"/>
        <pc:sldMkLst>
          <pc:docMk/>
          <pc:sldMk cId="2713246856" sldId="259"/>
        </pc:sldMkLst>
        <pc:spChg chg="mod">
          <ac:chgData name="John Peng Kwai" userId="111f5370-9e5f-4b91-8b88-3f16be600637" providerId="ADAL" clId="{5C8B3B06-A9D1-40AA-9880-3D750DD71AF8}" dt="2024-05-15T03:08:51.980" v="185" actId="26606"/>
          <ac:spMkLst>
            <pc:docMk/>
            <pc:sldMk cId="2713246856" sldId="259"/>
            <ac:spMk id="2" creationId="{1FE4C31B-B4C5-2E8E-1F7F-13BBF813CAC0}"/>
          </ac:spMkLst>
        </pc:spChg>
        <pc:spChg chg="mod">
          <ac:chgData name="John Peng Kwai" userId="111f5370-9e5f-4b91-8b88-3f16be600637" providerId="ADAL" clId="{5C8B3B06-A9D1-40AA-9880-3D750DD71AF8}" dt="2024-05-15T03:08:51.980" v="185" actId="26606"/>
          <ac:spMkLst>
            <pc:docMk/>
            <pc:sldMk cId="2713246856" sldId="259"/>
            <ac:spMk id="3" creationId="{345C9A43-D973-1581-38E6-DD4F92E0AF27}"/>
          </ac:spMkLst>
        </pc:spChg>
        <pc:spChg chg="add">
          <ac:chgData name="John Peng Kwai" userId="111f5370-9e5f-4b91-8b88-3f16be600637" providerId="ADAL" clId="{5C8B3B06-A9D1-40AA-9880-3D750DD71AF8}" dt="2024-05-15T03:08:51.980" v="185" actId="26606"/>
          <ac:spMkLst>
            <pc:docMk/>
            <pc:sldMk cId="2713246856" sldId="259"/>
            <ac:spMk id="9" creationId="{743AA782-23D1-4521-8CAD-47662984AA08}"/>
          </ac:spMkLst>
        </pc:spChg>
        <pc:spChg chg="add">
          <ac:chgData name="John Peng Kwai" userId="111f5370-9e5f-4b91-8b88-3f16be600637" providerId="ADAL" clId="{5C8B3B06-A9D1-40AA-9880-3D750DD71AF8}" dt="2024-05-15T03:08:51.980" v="185" actId="26606"/>
          <ac:spMkLst>
            <pc:docMk/>
            <pc:sldMk cId="2713246856" sldId="259"/>
            <ac:spMk id="11" creationId="{71877DBC-BB60-40F0-AC93-2ACDBAAE60CE}"/>
          </ac:spMkLst>
        </pc:spChg>
        <pc:picChg chg="add mod">
          <ac:chgData name="John Peng Kwai" userId="111f5370-9e5f-4b91-8b88-3f16be600637" providerId="ADAL" clId="{5C8B3B06-A9D1-40AA-9880-3D750DD71AF8}" dt="2024-05-15T03:08:51.980" v="185" actId="26606"/>
          <ac:picMkLst>
            <pc:docMk/>
            <pc:sldMk cId="2713246856" sldId="259"/>
            <ac:picMk id="4" creationId="{416A7EB0-6A91-C2E6-9857-DA4FE8289E64}"/>
          </ac:picMkLst>
        </pc:picChg>
      </pc:sldChg>
      <pc:sldChg chg="addSp delSp modSp new mod setBg">
        <pc:chgData name="John Peng Kwai" userId="111f5370-9e5f-4b91-8b88-3f16be600637" providerId="ADAL" clId="{5C8B3B06-A9D1-40AA-9880-3D750DD71AF8}" dt="2024-05-15T03:12:07.143" v="236" actId="255"/>
        <pc:sldMkLst>
          <pc:docMk/>
          <pc:sldMk cId="3099259485" sldId="260"/>
        </pc:sldMkLst>
        <pc:spChg chg="mod">
          <ac:chgData name="John Peng Kwai" userId="111f5370-9e5f-4b91-8b88-3f16be600637" providerId="ADAL" clId="{5C8B3B06-A9D1-40AA-9880-3D750DD71AF8}" dt="2024-05-15T03:11:36.464" v="234" actId="20577"/>
          <ac:spMkLst>
            <pc:docMk/>
            <pc:sldMk cId="3099259485" sldId="260"/>
            <ac:spMk id="2" creationId="{31D144B3-EEF7-2133-EB3E-50E0503FA6F1}"/>
          </ac:spMkLst>
        </pc:spChg>
        <pc:spChg chg="mod">
          <ac:chgData name="John Peng Kwai" userId="111f5370-9e5f-4b91-8b88-3f16be600637" providerId="ADAL" clId="{5C8B3B06-A9D1-40AA-9880-3D750DD71AF8}" dt="2024-05-15T03:12:07.143" v="236" actId="255"/>
          <ac:spMkLst>
            <pc:docMk/>
            <pc:sldMk cId="3099259485" sldId="260"/>
            <ac:spMk id="3" creationId="{5B4C623E-9947-AB52-A508-6D1140D3EB13}"/>
          </ac:spMkLst>
        </pc:spChg>
        <pc:spChg chg="add del">
          <ac:chgData name="John Peng Kwai" userId="111f5370-9e5f-4b91-8b88-3f16be600637" providerId="ADAL" clId="{5C8B3B06-A9D1-40AA-9880-3D750DD71AF8}" dt="2024-05-15T03:10:50.339" v="211" actId="26606"/>
          <ac:spMkLst>
            <pc:docMk/>
            <pc:sldMk cId="3099259485" sldId="260"/>
            <ac:spMk id="9" creationId="{45D37F4E-DDB4-456B-97E0-9937730A039F}"/>
          </ac:spMkLst>
        </pc:spChg>
        <pc:spChg chg="add del">
          <ac:chgData name="John Peng Kwai" userId="111f5370-9e5f-4b91-8b88-3f16be600637" providerId="ADAL" clId="{5C8B3B06-A9D1-40AA-9880-3D750DD71AF8}" dt="2024-05-15T03:10:50.339" v="211" actId="26606"/>
          <ac:spMkLst>
            <pc:docMk/>
            <pc:sldMk cId="3099259485" sldId="260"/>
            <ac:spMk id="11" creationId="{B2DD41CD-8F47-4F56-AD12-4E2FF7696987}"/>
          </ac:spMkLst>
        </pc:spChg>
        <pc:spChg chg="add del">
          <ac:chgData name="John Peng Kwai" userId="111f5370-9e5f-4b91-8b88-3f16be600637" providerId="ADAL" clId="{5C8B3B06-A9D1-40AA-9880-3D750DD71AF8}" dt="2024-05-15T03:10:54.087" v="213" actId="26606"/>
          <ac:spMkLst>
            <pc:docMk/>
            <pc:sldMk cId="3099259485" sldId="260"/>
            <ac:spMk id="13" creationId="{B8B8D07F-F13E-443E-BA68-2D26672D76B9}"/>
          </ac:spMkLst>
        </pc:spChg>
        <pc:spChg chg="add del">
          <ac:chgData name="John Peng Kwai" userId="111f5370-9e5f-4b91-8b88-3f16be600637" providerId="ADAL" clId="{5C8B3B06-A9D1-40AA-9880-3D750DD71AF8}" dt="2024-05-15T03:10:54.087" v="213" actId="26606"/>
          <ac:spMkLst>
            <pc:docMk/>
            <pc:sldMk cId="3099259485" sldId="260"/>
            <ac:spMk id="14" creationId="{12609869-9E80-471B-A487-A53288E0E791}"/>
          </ac:spMkLst>
        </pc:spChg>
        <pc:spChg chg="add del">
          <ac:chgData name="John Peng Kwai" userId="111f5370-9e5f-4b91-8b88-3f16be600637" providerId="ADAL" clId="{5C8B3B06-A9D1-40AA-9880-3D750DD71AF8}" dt="2024-05-15T03:10:54.087" v="213" actId="26606"/>
          <ac:spMkLst>
            <pc:docMk/>
            <pc:sldMk cId="3099259485" sldId="260"/>
            <ac:spMk id="15" creationId="{2813A4FA-24A5-41ED-A534-3807D1B2F344}"/>
          </ac:spMkLst>
        </pc:spChg>
        <pc:spChg chg="add del">
          <ac:chgData name="John Peng Kwai" userId="111f5370-9e5f-4b91-8b88-3f16be600637" providerId="ADAL" clId="{5C8B3B06-A9D1-40AA-9880-3D750DD71AF8}" dt="2024-05-15T03:10:54.087" v="213" actId="26606"/>
          <ac:spMkLst>
            <pc:docMk/>
            <pc:sldMk cId="3099259485" sldId="260"/>
            <ac:spMk id="16" creationId="{7004738A-9D34-43E8-97D2-CA0EED4F8BE0}"/>
          </ac:spMkLst>
        </pc:spChg>
        <pc:spChg chg="add del">
          <ac:chgData name="John Peng Kwai" userId="111f5370-9e5f-4b91-8b88-3f16be600637" providerId="ADAL" clId="{5C8B3B06-A9D1-40AA-9880-3D750DD71AF8}" dt="2024-05-15T03:10:54.087" v="213" actId="26606"/>
          <ac:spMkLst>
            <pc:docMk/>
            <pc:sldMk cId="3099259485" sldId="260"/>
            <ac:spMk id="17" creationId="{C3944F27-CA70-4E84-A51A-E6BF89558979}"/>
          </ac:spMkLst>
        </pc:spChg>
        <pc:spChg chg="add del">
          <ac:chgData name="John Peng Kwai" userId="111f5370-9e5f-4b91-8b88-3f16be600637" providerId="ADAL" clId="{5C8B3B06-A9D1-40AA-9880-3D750DD71AF8}" dt="2024-05-15T03:10:56.385" v="215" actId="26606"/>
          <ac:spMkLst>
            <pc:docMk/>
            <pc:sldMk cId="3099259485" sldId="260"/>
            <ac:spMk id="19" creationId="{0CCC4BA0-1298-4DBD-86F1-B51D8C9D3437}"/>
          </ac:spMkLst>
        </pc:spChg>
        <pc:spChg chg="add del">
          <ac:chgData name="John Peng Kwai" userId="111f5370-9e5f-4b91-8b88-3f16be600637" providerId="ADAL" clId="{5C8B3B06-A9D1-40AA-9880-3D750DD71AF8}" dt="2024-05-15T03:10:56.385" v="215" actId="26606"/>
          <ac:spMkLst>
            <pc:docMk/>
            <pc:sldMk cId="3099259485" sldId="260"/>
            <ac:spMk id="20" creationId="{EEBF1590-3B36-48EE-A89D-3B6F3CB256AB}"/>
          </ac:spMkLst>
        </pc:spChg>
        <pc:spChg chg="add del">
          <ac:chgData name="John Peng Kwai" userId="111f5370-9e5f-4b91-8b88-3f16be600637" providerId="ADAL" clId="{5C8B3B06-A9D1-40AA-9880-3D750DD71AF8}" dt="2024-05-15T03:10:56.385" v="215" actId="26606"/>
          <ac:spMkLst>
            <pc:docMk/>
            <pc:sldMk cId="3099259485" sldId="260"/>
            <ac:spMk id="21" creationId="{AC8F6C8C-AB5A-4548-942D-E3FD40ACBC49}"/>
          </ac:spMkLst>
        </pc:spChg>
        <pc:spChg chg="add">
          <ac:chgData name="John Peng Kwai" userId="111f5370-9e5f-4b91-8b88-3f16be600637" providerId="ADAL" clId="{5C8B3B06-A9D1-40AA-9880-3D750DD71AF8}" dt="2024-05-15T03:10:56.393" v="216" actId="26606"/>
          <ac:spMkLst>
            <pc:docMk/>
            <pc:sldMk cId="3099259485" sldId="260"/>
            <ac:spMk id="23" creationId="{12609869-9E80-471B-A487-A53288E0E791}"/>
          </ac:spMkLst>
        </pc:spChg>
        <pc:spChg chg="add">
          <ac:chgData name="John Peng Kwai" userId="111f5370-9e5f-4b91-8b88-3f16be600637" providerId="ADAL" clId="{5C8B3B06-A9D1-40AA-9880-3D750DD71AF8}" dt="2024-05-15T03:10:56.393" v="216" actId="26606"/>
          <ac:spMkLst>
            <pc:docMk/>
            <pc:sldMk cId="3099259485" sldId="260"/>
            <ac:spMk id="24" creationId="{7004738A-9D34-43E8-97D2-CA0EED4F8BE0}"/>
          </ac:spMkLst>
        </pc:spChg>
        <pc:spChg chg="add">
          <ac:chgData name="John Peng Kwai" userId="111f5370-9e5f-4b91-8b88-3f16be600637" providerId="ADAL" clId="{5C8B3B06-A9D1-40AA-9880-3D750DD71AF8}" dt="2024-05-15T03:10:56.393" v="216" actId="26606"/>
          <ac:spMkLst>
            <pc:docMk/>
            <pc:sldMk cId="3099259485" sldId="260"/>
            <ac:spMk id="25" creationId="{B8B8D07F-F13E-443E-BA68-2D26672D76B9}"/>
          </ac:spMkLst>
        </pc:spChg>
        <pc:spChg chg="add">
          <ac:chgData name="John Peng Kwai" userId="111f5370-9e5f-4b91-8b88-3f16be600637" providerId="ADAL" clId="{5C8B3B06-A9D1-40AA-9880-3D750DD71AF8}" dt="2024-05-15T03:10:56.393" v="216" actId="26606"/>
          <ac:spMkLst>
            <pc:docMk/>
            <pc:sldMk cId="3099259485" sldId="260"/>
            <ac:spMk id="26" creationId="{2813A4FA-24A5-41ED-A534-3807D1B2F344}"/>
          </ac:spMkLst>
        </pc:spChg>
        <pc:spChg chg="add">
          <ac:chgData name="John Peng Kwai" userId="111f5370-9e5f-4b91-8b88-3f16be600637" providerId="ADAL" clId="{5C8B3B06-A9D1-40AA-9880-3D750DD71AF8}" dt="2024-05-15T03:10:56.393" v="216" actId="26606"/>
          <ac:spMkLst>
            <pc:docMk/>
            <pc:sldMk cId="3099259485" sldId="260"/>
            <ac:spMk id="27" creationId="{C3944F27-CA70-4E84-A51A-E6BF89558979}"/>
          </ac:spMkLst>
        </pc:spChg>
        <pc:picChg chg="add mod">
          <ac:chgData name="John Peng Kwai" userId="111f5370-9e5f-4b91-8b88-3f16be600637" providerId="ADAL" clId="{5C8B3B06-A9D1-40AA-9880-3D750DD71AF8}" dt="2024-05-15T03:10:56.393" v="216" actId="26606"/>
          <ac:picMkLst>
            <pc:docMk/>
            <pc:sldMk cId="3099259485" sldId="260"/>
            <ac:picMk id="4" creationId="{41A714BB-17AC-A3F5-C4A9-D3156B8D73E1}"/>
          </ac:picMkLst>
        </pc:picChg>
      </pc:sldChg>
      <pc:sldChg chg="addSp delSp modSp new mod setBg">
        <pc:chgData name="John Peng Kwai" userId="111f5370-9e5f-4b91-8b88-3f16be600637" providerId="ADAL" clId="{5C8B3B06-A9D1-40AA-9880-3D750DD71AF8}" dt="2024-05-15T03:13:11.149" v="248" actId="26606"/>
        <pc:sldMkLst>
          <pc:docMk/>
          <pc:sldMk cId="2172491814" sldId="261"/>
        </pc:sldMkLst>
        <pc:spChg chg="mo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" creationId="{811B9899-39E4-CB02-5682-169B008518C0}"/>
          </ac:spMkLst>
        </pc:spChg>
        <pc:spChg chg="mo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3" creationId="{9BBF89F3-57A7-56FF-D513-02B178BDF92E}"/>
          </ac:spMkLst>
        </pc:spChg>
        <pc:spChg chg="add del">
          <ac:chgData name="John Peng Kwai" userId="111f5370-9e5f-4b91-8b88-3f16be600637" providerId="ADAL" clId="{5C8B3B06-A9D1-40AA-9880-3D750DD71AF8}" dt="2024-05-15T03:13:09.302" v="245" actId="26606"/>
          <ac:spMkLst>
            <pc:docMk/>
            <pc:sldMk cId="2172491814" sldId="261"/>
            <ac:spMk id="9" creationId="{12609869-9E80-471B-A487-A53288E0E791}"/>
          </ac:spMkLst>
        </pc:spChg>
        <pc:spChg chg="add del">
          <ac:chgData name="John Peng Kwai" userId="111f5370-9e5f-4b91-8b88-3f16be600637" providerId="ADAL" clId="{5C8B3B06-A9D1-40AA-9880-3D750DD71AF8}" dt="2024-05-15T03:13:09.302" v="245" actId="26606"/>
          <ac:spMkLst>
            <pc:docMk/>
            <pc:sldMk cId="2172491814" sldId="261"/>
            <ac:spMk id="11" creationId="{7004738A-9D34-43E8-97D2-CA0EED4F8BE0}"/>
          </ac:spMkLst>
        </pc:spChg>
        <pc:spChg chg="add del">
          <ac:chgData name="John Peng Kwai" userId="111f5370-9e5f-4b91-8b88-3f16be600637" providerId="ADAL" clId="{5C8B3B06-A9D1-40AA-9880-3D750DD71AF8}" dt="2024-05-15T03:13:09.302" v="245" actId="26606"/>
          <ac:spMkLst>
            <pc:docMk/>
            <pc:sldMk cId="2172491814" sldId="261"/>
            <ac:spMk id="13" creationId="{B8B8D07F-F13E-443E-BA68-2D26672D76B9}"/>
          </ac:spMkLst>
        </pc:spChg>
        <pc:spChg chg="add del">
          <ac:chgData name="John Peng Kwai" userId="111f5370-9e5f-4b91-8b88-3f16be600637" providerId="ADAL" clId="{5C8B3B06-A9D1-40AA-9880-3D750DD71AF8}" dt="2024-05-15T03:13:09.302" v="245" actId="26606"/>
          <ac:spMkLst>
            <pc:docMk/>
            <pc:sldMk cId="2172491814" sldId="261"/>
            <ac:spMk id="15" creationId="{2813A4FA-24A5-41ED-A534-3807D1B2F344}"/>
          </ac:spMkLst>
        </pc:spChg>
        <pc:spChg chg="add del">
          <ac:chgData name="John Peng Kwai" userId="111f5370-9e5f-4b91-8b88-3f16be600637" providerId="ADAL" clId="{5C8B3B06-A9D1-40AA-9880-3D750DD71AF8}" dt="2024-05-15T03:13:09.302" v="245" actId="26606"/>
          <ac:spMkLst>
            <pc:docMk/>
            <pc:sldMk cId="2172491814" sldId="261"/>
            <ac:spMk id="17" creationId="{C3944F27-CA70-4E84-A51A-E6BF89558979}"/>
          </ac:spMkLst>
        </pc:spChg>
        <pc:spChg chg="ad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1" creationId="{12609869-9E80-471B-A487-A53288E0E791}"/>
          </ac:spMkLst>
        </pc:spChg>
        <pc:spChg chg="ad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2" creationId="{7004738A-9D34-43E8-97D2-CA0EED4F8BE0}"/>
          </ac:spMkLst>
        </pc:spChg>
        <pc:spChg chg="ad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3" creationId="{B8B8D07F-F13E-443E-BA68-2D26672D76B9}"/>
          </ac:spMkLst>
        </pc:spChg>
        <pc:spChg chg="ad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4" creationId="{2813A4FA-24A5-41ED-A534-3807D1B2F344}"/>
          </ac:spMkLst>
        </pc:spChg>
        <pc:spChg chg="add">
          <ac:chgData name="John Peng Kwai" userId="111f5370-9e5f-4b91-8b88-3f16be600637" providerId="ADAL" clId="{5C8B3B06-A9D1-40AA-9880-3D750DD71AF8}" dt="2024-05-15T03:13:11.149" v="248" actId="26606"/>
          <ac:spMkLst>
            <pc:docMk/>
            <pc:sldMk cId="2172491814" sldId="261"/>
            <ac:spMk id="25" creationId="{C3944F27-CA70-4E84-A51A-E6BF89558979}"/>
          </ac:spMkLst>
        </pc:spChg>
        <pc:picChg chg="add mod">
          <ac:chgData name="John Peng Kwai" userId="111f5370-9e5f-4b91-8b88-3f16be600637" providerId="ADAL" clId="{5C8B3B06-A9D1-40AA-9880-3D750DD71AF8}" dt="2024-05-15T03:13:11.149" v="248" actId="26606"/>
          <ac:picMkLst>
            <pc:docMk/>
            <pc:sldMk cId="2172491814" sldId="261"/>
            <ac:picMk id="4" creationId="{3A7DBF89-1CE9-C26E-6BD3-EAE0B2AC5E6F}"/>
          </ac:picMkLst>
        </pc:picChg>
        <pc:cxnChg chg="add del">
          <ac:chgData name="John Peng Kwai" userId="111f5370-9e5f-4b91-8b88-3f16be600637" providerId="ADAL" clId="{5C8B3B06-A9D1-40AA-9880-3D750DD71AF8}" dt="2024-05-15T03:13:11.141" v="247" actId="26606"/>
          <ac:cxnSpMkLst>
            <pc:docMk/>
            <pc:sldMk cId="2172491814" sldId="261"/>
            <ac:cxnSpMk id="19" creationId="{1503BFE4-729B-D9D0-C17B-501E6AF1127A}"/>
          </ac:cxnSpMkLst>
        </pc:cxnChg>
      </pc:sldChg>
      <pc:sldChg chg="addSp modSp new mod setBg">
        <pc:chgData name="John Peng Kwai" userId="111f5370-9e5f-4b91-8b88-3f16be600637" providerId="ADAL" clId="{5C8B3B06-A9D1-40AA-9880-3D750DD71AF8}" dt="2024-05-15T03:14:03.301" v="259" actId="26606"/>
        <pc:sldMkLst>
          <pc:docMk/>
          <pc:sldMk cId="514891647" sldId="262"/>
        </pc:sldMkLst>
        <pc:spChg chg="mo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2" creationId="{A2E408AA-D828-8B7A-4980-12AEBFE7A3FD}"/>
          </ac:spMkLst>
        </pc:spChg>
        <pc:spChg chg="mo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3" creationId="{2121F798-A82D-1EBF-C2FA-82D3DF13FB6B}"/>
          </ac:spMkLst>
        </pc:spChg>
        <pc:spChg chg="ad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9" creationId="{201CC55D-ED54-4C5C-95E6-10947BD1103B}"/>
          </ac:spMkLst>
        </pc:spChg>
        <pc:spChg chg="ad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15" creationId="{3873B707-463F-40B0-8227-E8CC6C67EB25}"/>
          </ac:spMkLst>
        </pc:spChg>
        <pc:spChg chg="ad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17" creationId="{C13237C8-E62C-4F0D-A318-BD6FB6C2D138}"/>
          </ac:spMkLst>
        </pc:spChg>
        <pc:spChg chg="add">
          <ac:chgData name="John Peng Kwai" userId="111f5370-9e5f-4b91-8b88-3f16be600637" providerId="ADAL" clId="{5C8B3B06-A9D1-40AA-9880-3D750DD71AF8}" dt="2024-05-15T03:14:03.301" v="259" actId="26606"/>
          <ac:spMkLst>
            <pc:docMk/>
            <pc:sldMk cId="514891647" sldId="262"/>
            <ac:spMk id="19" creationId="{19C9EAEA-39D0-4B0E-A0EB-51E7B26740B1}"/>
          </ac:spMkLst>
        </pc:spChg>
        <pc:grpChg chg="add">
          <ac:chgData name="John Peng Kwai" userId="111f5370-9e5f-4b91-8b88-3f16be600637" providerId="ADAL" clId="{5C8B3B06-A9D1-40AA-9880-3D750DD71AF8}" dt="2024-05-15T03:14:03.301" v="259" actId="26606"/>
          <ac:grpSpMkLst>
            <pc:docMk/>
            <pc:sldMk cId="514891647" sldId="262"/>
            <ac:grpSpMk id="11" creationId="{1DE889C7-FAD6-4397-98E2-05D503484459}"/>
          </ac:grpSpMkLst>
        </pc:grpChg>
        <pc:picChg chg="add mod">
          <ac:chgData name="John Peng Kwai" userId="111f5370-9e5f-4b91-8b88-3f16be600637" providerId="ADAL" clId="{5C8B3B06-A9D1-40AA-9880-3D750DD71AF8}" dt="2024-05-15T03:14:03.301" v="259" actId="26606"/>
          <ac:picMkLst>
            <pc:docMk/>
            <pc:sldMk cId="514891647" sldId="262"/>
            <ac:picMk id="4" creationId="{5897993D-BC6C-CD85-711B-BEB69B91C262}"/>
          </ac:picMkLst>
        </pc:picChg>
      </pc:sldChg>
      <pc:sldChg chg="addSp delSp modSp new mod setBg">
        <pc:chgData name="John Peng Kwai" userId="111f5370-9e5f-4b91-8b88-3f16be600637" providerId="ADAL" clId="{5C8B3B06-A9D1-40AA-9880-3D750DD71AF8}" dt="2024-05-15T03:16:08.368" v="276" actId="26606"/>
        <pc:sldMkLst>
          <pc:docMk/>
          <pc:sldMk cId="1202262493" sldId="263"/>
        </pc:sldMkLst>
        <pc:spChg chg="mo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2" creationId="{4F93C1FC-CD11-B3B4-14E4-BD5A27E13529}"/>
          </ac:spMkLst>
        </pc:spChg>
        <pc:spChg chg="mo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3" creationId="{0D516EBC-B03C-84B5-4C2E-0992F2F4EDA2}"/>
          </ac:spMkLst>
        </pc:spChg>
        <pc:spChg chg="add del">
          <ac:chgData name="John Peng Kwai" userId="111f5370-9e5f-4b91-8b88-3f16be600637" providerId="ADAL" clId="{5C8B3B06-A9D1-40AA-9880-3D750DD71AF8}" dt="2024-05-15T03:15:54.468" v="273" actId="26606"/>
          <ac:spMkLst>
            <pc:docMk/>
            <pc:sldMk cId="1202262493" sldId="263"/>
            <ac:spMk id="9" creationId="{45D37F4E-DDB4-456B-97E0-9937730A039F}"/>
          </ac:spMkLst>
        </pc:spChg>
        <pc:spChg chg="add del">
          <ac:chgData name="John Peng Kwai" userId="111f5370-9e5f-4b91-8b88-3f16be600637" providerId="ADAL" clId="{5C8B3B06-A9D1-40AA-9880-3D750DD71AF8}" dt="2024-05-15T03:15:54.468" v="273" actId="26606"/>
          <ac:spMkLst>
            <pc:docMk/>
            <pc:sldMk cId="1202262493" sldId="263"/>
            <ac:spMk id="11" creationId="{B2DD41CD-8F47-4F56-AD12-4E2FF7696987}"/>
          </ac:spMkLst>
        </pc:spChg>
        <pc:spChg chg="add del">
          <ac:chgData name="John Peng Kwai" userId="111f5370-9e5f-4b91-8b88-3f16be600637" providerId="ADAL" clId="{5C8B3B06-A9D1-40AA-9880-3D750DD71AF8}" dt="2024-05-15T03:16:08.360" v="275" actId="26606"/>
          <ac:spMkLst>
            <pc:docMk/>
            <pc:sldMk cId="1202262493" sldId="263"/>
            <ac:spMk id="13" creationId="{F13C74B1-5B17-4795-BED0-7140497B445A}"/>
          </ac:spMkLst>
        </pc:spChg>
        <pc:spChg chg="add del">
          <ac:chgData name="John Peng Kwai" userId="111f5370-9e5f-4b91-8b88-3f16be600637" providerId="ADAL" clId="{5C8B3B06-A9D1-40AA-9880-3D750DD71AF8}" dt="2024-05-15T03:16:08.360" v="275" actId="26606"/>
          <ac:spMkLst>
            <pc:docMk/>
            <pc:sldMk cId="1202262493" sldId="263"/>
            <ac:spMk id="14" creationId="{D4974D33-8DC5-464E-8C6D-BE58F0669C17}"/>
          </ac:spMkLst>
        </pc:spChg>
        <pc:spChg chg="ad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15" creationId="{3873B707-463F-40B0-8227-E8CC6C67EB25}"/>
          </ac:spMkLst>
        </pc:spChg>
        <pc:spChg chg="ad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16" creationId="{201CC55D-ED54-4C5C-95E6-10947BD1103B}"/>
          </ac:spMkLst>
        </pc:spChg>
        <pc:spChg chg="ad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17" creationId="{C13237C8-E62C-4F0D-A318-BD6FB6C2D138}"/>
          </ac:spMkLst>
        </pc:spChg>
        <pc:spChg chg="add">
          <ac:chgData name="John Peng Kwai" userId="111f5370-9e5f-4b91-8b88-3f16be600637" providerId="ADAL" clId="{5C8B3B06-A9D1-40AA-9880-3D750DD71AF8}" dt="2024-05-15T03:16:08.368" v="276" actId="26606"/>
          <ac:spMkLst>
            <pc:docMk/>
            <pc:sldMk cId="1202262493" sldId="263"/>
            <ac:spMk id="19" creationId="{19C9EAEA-39D0-4B0E-A0EB-51E7B26740B1}"/>
          </ac:spMkLst>
        </pc:spChg>
        <pc:grpChg chg="add">
          <ac:chgData name="John Peng Kwai" userId="111f5370-9e5f-4b91-8b88-3f16be600637" providerId="ADAL" clId="{5C8B3B06-A9D1-40AA-9880-3D750DD71AF8}" dt="2024-05-15T03:16:08.368" v="276" actId="26606"/>
          <ac:grpSpMkLst>
            <pc:docMk/>
            <pc:sldMk cId="1202262493" sldId="263"/>
            <ac:grpSpMk id="18" creationId="{1DE889C7-FAD6-4397-98E2-05D503484459}"/>
          </ac:grpSpMkLst>
        </pc:grpChg>
        <pc:picChg chg="add mod">
          <ac:chgData name="John Peng Kwai" userId="111f5370-9e5f-4b91-8b88-3f16be600637" providerId="ADAL" clId="{5C8B3B06-A9D1-40AA-9880-3D750DD71AF8}" dt="2024-05-15T03:16:08.368" v="276" actId="26606"/>
          <ac:picMkLst>
            <pc:docMk/>
            <pc:sldMk cId="1202262493" sldId="263"/>
            <ac:picMk id="4" creationId="{A3BFFEBD-7F8F-B55B-E719-1CB6D2B19C3C}"/>
          </ac:picMkLst>
        </pc:picChg>
      </pc:sldChg>
      <pc:sldChg chg="modSp new mod">
        <pc:chgData name="John Peng Kwai" userId="111f5370-9e5f-4b91-8b88-3f16be600637" providerId="ADAL" clId="{5C8B3B06-A9D1-40AA-9880-3D750DD71AF8}" dt="2024-05-15T03:17:50.743" v="308" actId="27636"/>
        <pc:sldMkLst>
          <pc:docMk/>
          <pc:sldMk cId="3448780509" sldId="264"/>
        </pc:sldMkLst>
        <pc:spChg chg="mod">
          <ac:chgData name="John Peng Kwai" userId="111f5370-9e5f-4b91-8b88-3f16be600637" providerId="ADAL" clId="{5C8B3B06-A9D1-40AA-9880-3D750DD71AF8}" dt="2024-05-15T03:16:54.814" v="297" actId="20577"/>
          <ac:spMkLst>
            <pc:docMk/>
            <pc:sldMk cId="3448780509" sldId="264"/>
            <ac:spMk id="2" creationId="{6A9DDD02-3BC3-3D8A-5970-A8DA7AD903C8}"/>
          </ac:spMkLst>
        </pc:spChg>
        <pc:spChg chg="mod">
          <ac:chgData name="John Peng Kwai" userId="111f5370-9e5f-4b91-8b88-3f16be600637" providerId="ADAL" clId="{5C8B3B06-A9D1-40AA-9880-3D750DD71AF8}" dt="2024-05-15T03:17:50.743" v="308" actId="27636"/>
          <ac:spMkLst>
            <pc:docMk/>
            <pc:sldMk cId="3448780509" sldId="264"/>
            <ac:spMk id="3" creationId="{D9D647D7-467E-B377-30F5-B5EE91D00949}"/>
          </ac:spMkLst>
        </pc:spChg>
      </pc:sldChg>
      <pc:sldChg chg="modSp new mod">
        <pc:chgData name="John Peng Kwai" userId="111f5370-9e5f-4b91-8b88-3f16be600637" providerId="ADAL" clId="{5C8B3B06-A9D1-40AA-9880-3D750DD71AF8}" dt="2024-05-15T03:19:20.105" v="326" actId="20577"/>
        <pc:sldMkLst>
          <pc:docMk/>
          <pc:sldMk cId="2890230475" sldId="265"/>
        </pc:sldMkLst>
        <pc:spChg chg="mod">
          <ac:chgData name="John Peng Kwai" userId="111f5370-9e5f-4b91-8b88-3f16be600637" providerId="ADAL" clId="{5C8B3B06-A9D1-40AA-9880-3D750DD71AF8}" dt="2024-05-15T03:18:56.529" v="315" actId="20577"/>
          <ac:spMkLst>
            <pc:docMk/>
            <pc:sldMk cId="2890230475" sldId="265"/>
            <ac:spMk id="2" creationId="{325B7FC2-AD3D-6CC6-A0BC-635B02B7E34C}"/>
          </ac:spMkLst>
        </pc:spChg>
        <pc:spChg chg="mod">
          <ac:chgData name="John Peng Kwai" userId="111f5370-9e5f-4b91-8b88-3f16be600637" providerId="ADAL" clId="{5C8B3B06-A9D1-40AA-9880-3D750DD71AF8}" dt="2024-05-15T03:19:20.105" v="326" actId="20577"/>
          <ac:spMkLst>
            <pc:docMk/>
            <pc:sldMk cId="2890230475" sldId="265"/>
            <ac:spMk id="3" creationId="{9BF0AE7C-72FD-670F-A080-46364D6A9B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0C51-1DFC-5259-8D86-5058218D3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380E7-826E-6474-A25E-50986CBDE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21B8B-6358-A5E7-B126-990430AC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DDBD3-D2B1-C31A-089C-85F60AB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9AAF-B9F0-4563-C992-DEAD9717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6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2CC6-1703-E63F-B94C-20900E29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8946-D850-675E-1CCA-CCA6D6FF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D2F11-6104-EAE5-69CB-A10F5FF3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2067F-86F5-0CF2-407C-EE4905FA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7CA7-1113-C248-E877-923AD62F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3743-9F8B-F9B2-B8D6-57CDB9DE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15481-15A4-CB32-2B6A-4CAE04796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243D1-05CF-92FD-F101-CFA97FDF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75FD-2DE0-456D-E2BF-9460558A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6B07E-2912-6A83-CDD5-0FB227C9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0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D6A5-AB1F-BF52-FACA-BF35D5B8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82DD-F7B6-F768-B191-9E4A2F23F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3BB0D-0408-40CD-166C-24653ACFA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4309F-7CBD-4D62-A961-AFB47068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988C9-5FA0-5295-C458-4111EFD8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BC5A0-028E-D9BC-FED4-C423CBE0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8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0DFC-42ED-797C-3C8C-7B7C8899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7865F-4798-C048-D35D-A9069FF73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106C8-1777-CABA-AA0F-163F10C66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752DF-D0B2-315F-CD2F-770EF9810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2E3A6-E2FD-06B0-4D0C-B63424656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3E824-0994-AF53-3244-8FE20422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F7C64-EA2D-81D1-A8E9-A0664903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C7B8F-9838-E344-9E87-6AABB2D7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8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E795-79DA-EB15-A038-4C6B4AE5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1BC28-AA02-A14D-9179-22F073C1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AAF41-10D4-8F1A-F943-600D2D7D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BB72C-DDDF-A7D3-8FB3-43E4F14C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3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A37D4-6121-0969-B8FA-F8BD50EA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57934-324F-CF37-71C3-C5E2FBD9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99DA7-640C-679D-8140-91886490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4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0FBD-69C1-44A6-7F6E-EAA421C23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AF0DB-3DF6-A08F-1487-870FB48D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93778-0659-6A4E-8DC8-2EBD8B10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F2608-AF20-5FD6-44CF-8C645770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72A9E-E260-94C3-6BB0-A4123C13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88167-0F78-D491-9A62-80C16AD8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4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52F8-354A-A746-A66F-0F43B3F4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51A30-6AAF-8D7D-FC2A-E9BD72636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49F84-1F30-98DB-A05D-CA46B9F3D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BCC1C-4E81-631A-EB92-242540C8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C4F56-7456-3BF9-24E1-2B4FDFA8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39D27-F696-1150-78CC-D6B2DC93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5C4A-4CAC-F6B3-670B-C0EF19FC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23724-97B5-A509-5692-761961586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8A5AC-2D10-A091-62EA-4817FC1B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C2FF2-A1D2-FDDB-3076-A60CF608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08A2-386D-986C-454D-C6FC3358F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3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F3C18-2E9F-2389-1912-F09E68F0D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B1C32-CFD2-DEF6-C0E9-FA05E4482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3C0EF-524F-AF4F-8FF4-3A14A032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3356-92AD-B9AA-DB68-0F5FB6EC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EC9E6-A9F7-D10D-39F1-CE0E2314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6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F0757-5C19-9434-852B-95DC24B1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F198E-0D61-AE55-D3FB-25FE4662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52B3-29E8-60DF-1A36-336875325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7E0D0-3250-497F-9C20-F38D1AF229AB}" type="datetimeFigureOut">
              <a:rPr lang="en-US" smtClean="0"/>
              <a:t>07-Jun-24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BB8FC-F738-6683-654E-74C63EA0C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77C9-C7AD-B6F2-574B-A9C06D54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4E092-1CF6-4E49-A236-0F8426BC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4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DC20-17FC-C9F5-EAE1-2055153A9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Hot Standby Router Protocol (HSRP)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F5C4C-7155-FD11-1F63-C48178133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93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15749-A303-7D95-64B1-9EEC176C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Internet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220D-7951-F20F-7EF2-B10470995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All organizations have some form of Internet connectivity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1E1AB-A403-0690-9066-EC82D3F26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909" y="342685"/>
            <a:ext cx="60483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9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DFE56-6171-2592-0B35-92965BE6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Network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57B1-5173-30DA-D905-EA227DCD1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400" b="0" i="0">
                <a:effectLst/>
                <a:latin typeface="Verdana" panose="020B0604030504040204" pitchFamily="34" charset="0"/>
              </a:rPr>
              <a:t>To make above topology work we need to:</a:t>
            </a:r>
          </a:p>
          <a:p>
            <a:r>
              <a:rPr lang="en-US" sz="1400" b="0" i="0">
                <a:effectLst/>
                <a:latin typeface="Verdana" panose="020B0604030504040204" pitchFamily="34" charset="0"/>
              </a:rPr>
              <a:t>Configure IP addresses on two interfaces of the Router. </a:t>
            </a:r>
          </a:p>
          <a:p>
            <a:r>
              <a:rPr lang="en-US" sz="1400" b="0" i="0">
                <a:effectLst/>
                <a:latin typeface="Verdana" panose="020B0604030504040204" pitchFamily="34" charset="0"/>
              </a:rPr>
              <a:t>Suppose the IP address of Fa0/0 interface (the interface connecting to the switch) is 192.168.1.1.</a:t>
            </a:r>
          </a:p>
          <a:p>
            <a:r>
              <a:rPr lang="en-US" sz="1400" b="0" i="0">
                <a:effectLst/>
                <a:latin typeface="Verdana" panose="020B0604030504040204" pitchFamily="34" charset="0"/>
              </a:rPr>
              <a:t>Assign the IP addresses, default gateways and DNS servers on all PCs. </a:t>
            </a:r>
          </a:p>
          <a:p>
            <a:r>
              <a:rPr lang="en-US" sz="1400" b="0" i="0">
                <a:effectLst/>
                <a:latin typeface="Verdana" panose="020B0604030504040204" pitchFamily="34" charset="0"/>
              </a:rPr>
              <a:t>In this case we have to set the default gateways to Fa0/0 interface (with the IP address 192.168.1.1) of the router. </a:t>
            </a:r>
          </a:p>
          <a:p>
            <a:r>
              <a:rPr lang="en-US" sz="1400" b="0" i="0">
                <a:effectLst/>
                <a:latin typeface="Verdana" panose="020B0604030504040204" pitchFamily="34" charset="0"/>
              </a:rPr>
              <a:t>This can be done manually or automatically via DHCP.</a:t>
            </a:r>
          </a:p>
          <a:p>
            <a:endParaRPr lang="en-US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9A12C-AB12-D208-B697-8C87E163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870" y="1240000"/>
            <a:ext cx="43243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4C31B-B4C5-2E8E-1F7F-13BBF813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Redundancy for Network Resilence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C9A43-D973-1581-38E6-DD4F92E0A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b="0" i="0">
                <a:effectLst/>
                <a:latin typeface="Verdana" panose="020B0604030504040204" pitchFamily="34" charset="0"/>
              </a:rPr>
              <a:t>We can implement some redundancy so that even the Router fails, all PCs can still access the Internet without any manual configuration at that time.</a:t>
            </a:r>
          </a:p>
          <a:p>
            <a:r>
              <a:rPr lang="en-US" sz="2200" b="0" i="0">
                <a:effectLst/>
                <a:latin typeface="Verdana" panose="020B0604030504040204" pitchFamily="34" charset="0"/>
              </a:rPr>
              <a:t>So we need one more router to connect to the Internet as the topology</a:t>
            </a:r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3FB73-0322-D598-BE0F-7331C573D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102" y="549825"/>
            <a:ext cx="55149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4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144B3-EEF7-2133-EB3E-50E0503F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dirty="0"/>
              <a:t>Problem!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623E-9947-AB52-A508-6D1140D3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600" dirty="0">
                <a:latin typeface="Verdana" panose="020B0604030504040204" pitchFamily="34" charset="0"/>
              </a:rPr>
              <a:t>W</a:t>
            </a:r>
            <a:r>
              <a:rPr lang="en-US" sz="1600" b="0" i="0" dirty="0">
                <a:effectLst/>
                <a:latin typeface="Verdana" panose="020B0604030504040204" pitchFamily="34" charset="0"/>
              </a:rPr>
              <a:t>e have a problem: </a:t>
            </a:r>
          </a:p>
          <a:p>
            <a:pPr lvl="1"/>
            <a:r>
              <a:rPr lang="en-US" sz="1600" b="0" i="0" dirty="0">
                <a:effectLst/>
                <a:latin typeface="Verdana" panose="020B0604030504040204" pitchFamily="34" charset="0"/>
              </a:rPr>
              <a:t>There is only one default gateway on each host</a:t>
            </a:r>
          </a:p>
          <a:p>
            <a:pPr lvl="1"/>
            <a:r>
              <a:rPr lang="en-US" sz="1600" b="0" i="0" dirty="0">
                <a:effectLst/>
                <a:latin typeface="Verdana" panose="020B0604030504040204" pitchFamily="34" charset="0"/>
              </a:rPr>
              <a:t>so if Router1 is down and we want to access the Internet via Router2, we have to change the default gateway (to 192.168.1.2). </a:t>
            </a:r>
          </a:p>
          <a:p>
            <a:pPr lvl="1"/>
            <a:r>
              <a:rPr lang="en-US" sz="1600" b="0" i="0" dirty="0">
                <a:effectLst/>
                <a:latin typeface="Verdana" panose="020B0604030504040204" pitchFamily="34" charset="0"/>
              </a:rPr>
              <a:t>Also, when Router1 comes back we have to manually change back to the IP address on Router1. </a:t>
            </a:r>
          </a:p>
          <a:p>
            <a:pPr lvl="1"/>
            <a:r>
              <a:rPr lang="en-US" sz="1600" b="0" i="0" dirty="0">
                <a:effectLst/>
                <a:latin typeface="Verdana" panose="020B0604030504040204" pitchFamily="34" charset="0"/>
              </a:rPr>
              <a:t>And no one can access to the Internet in the time of changing the default gateway. 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HSRP</a:t>
            </a:r>
            <a:r>
              <a:rPr lang="en-US" sz="1600" b="0" i="0" dirty="0">
                <a:effectLst/>
                <a:latin typeface="Verdana" panose="020B0604030504040204" pitchFamily="34" charset="0"/>
              </a:rPr>
              <a:t> can solve all these problems!</a:t>
            </a:r>
            <a:endParaRPr lang="en-US" sz="1600" dirty="0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C46C9-F762-CBE6-FFC1-599FBB96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57" y="1323505"/>
            <a:ext cx="42957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5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B9899-39E4-CB02-5682-169B00851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 i="0">
                <a:effectLst/>
                <a:latin typeface="Verdana" panose="020B0604030504040204" pitchFamily="34" charset="0"/>
              </a:rPr>
              <a:t>HSRP Operation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F89F3-57A7-56FF-D513-02B178BDF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900" b="0" i="0">
                <a:effectLst/>
                <a:latin typeface="Verdana" panose="020B0604030504040204" pitchFamily="34" charset="0"/>
              </a:rPr>
              <a:t>With HSRP, two routers Router1 and Router2 in this case will be seen as only one router. </a:t>
            </a:r>
          </a:p>
          <a:p>
            <a:r>
              <a:rPr lang="en-US" sz="1900" b="0" i="0">
                <a:effectLst/>
                <a:latin typeface="Verdana" panose="020B0604030504040204" pitchFamily="34" charset="0"/>
              </a:rPr>
              <a:t>HSRP uses a virtual MAC and IP address for the two routers to represent with hosts as a single default gateway. </a:t>
            </a:r>
          </a:p>
          <a:p>
            <a:r>
              <a:rPr lang="en-US" sz="1900" b="0" i="0">
                <a:effectLst/>
                <a:latin typeface="Verdana" panose="020B0604030504040204" pitchFamily="34" charset="0"/>
              </a:rPr>
              <a:t>For example, the virtual IP address is 192.168.1.254 and the virtual MAC is 0000.0c07.AC0A. </a:t>
            </a:r>
          </a:p>
          <a:p>
            <a:r>
              <a:rPr lang="en-US" sz="1900" b="0" i="0">
                <a:effectLst/>
                <a:latin typeface="Verdana" panose="020B0604030504040204" pitchFamily="34" charset="0"/>
              </a:rPr>
              <a:t>All the hosts will point their default gateway to this IP address.</a:t>
            </a:r>
            <a:endParaRPr lang="en-US" sz="1900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B5364-6C73-6385-BC18-70F69A9E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371" y="1491926"/>
            <a:ext cx="43719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91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408AA-D828-8B7A-4980-12AEBFE7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b="1" i="0" dirty="0">
                <a:effectLst/>
                <a:latin typeface="Verdana" panose="020B0604030504040204" pitchFamily="34" charset="0"/>
              </a:rPr>
              <a:t>HSRP Operation…</a:t>
            </a:r>
            <a:endParaRPr lang="en-US" sz="37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1F798-A82D-1EBF-C2FA-82D3DF13F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900" b="0" i="0">
                <a:effectLst/>
                <a:latin typeface="Verdana" panose="020B0604030504040204" pitchFamily="34" charset="0"/>
              </a:rPr>
              <a:t>One router, through the election process, is designated as </a:t>
            </a:r>
            <a:r>
              <a:rPr lang="en-US" sz="1900" b="1" i="0">
                <a:effectLst/>
                <a:latin typeface="Verdana" panose="020B0604030504040204" pitchFamily="34" charset="0"/>
              </a:rPr>
              <a:t>active router</a:t>
            </a:r>
            <a:r>
              <a:rPr lang="en-US" sz="1900" b="0" i="0">
                <a:effectLst/>
                <a:latin typeface="Verdana" panose="020B0604030504040204" pitchFamily="34" charset="0"/>
              </a:rPr>
              <a:t> while the other router is designated as </a:t>
            </a:r>
            <a:r>
              <a:rPr lang="en-US" sz="1900" b="1" i="0">
                <a:effectLst/>
                <a:latin typeface="Verdana" panose="020B0604030504040204" pitchFamily="34" charset="0"/>
              </a:rPr>
              <a:t>standby router</a:t>
            </a:r>
            <a:r>
              <a:rPr lang="en-US" sz="1900" b="0" i="0">
                <a:effectLst/>
                <a:latin typeface="Verdana" panose="020B0604030504040204" pitchFamily="34" charset="0"/>
              </a:rPr>
              <a:t>. </a:t>
            </a:r>
          </a:p>
          <a:p>
            <a:r>
              <a:rPr lang="en-US" sz="1900" b="0" i="0">
                <a:effectLst/>
                <a:latin typeface="Verdana" panose="020B0604030504040204" pitchFamily="34" charset="0"/>
              </a:rPr>
              <a:t>Both active and standby router listen but only the active router proceeds and forwards packets. </a:t>
            </a:r>
          </a:p>
          <a:p>
            <a:r>
              <a:rPr lang="en-US" sz="1900" b="0" i="0">
                <a:effectLst/>
                <a:latin typeface="Verdana" panose="020B0604030504040204" pitchFamily="34" charset="0"/>
              </a:rPr>
              <a:t>Standby router is backup when active router fails by monitoring periodic hellos sent by the active router (multicast to 224.0.0.2, UDP port 1985) to detect a failure of the active router.</a:t>
            </a:r>
            <a:endParaRPr lang="en-US" sz="19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8F72A-A0CB-E08D-BC94-7551B633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809" y="509570"/>
            <a:ext cx="56388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9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3C1FC-CD11-B3B4-14E4-BD5A27E1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b="1" i="0">
                <a:effectLst/>
                <a:latin typeface="Verdana" panose="020B0604030504040204" pitchFamily="34" charset="0"/>
              </a:rPr>
              <a:t>HSRP Operation…</a:t>
            </a:r>
            <a:endParaRPr lang="en-US" sz="3700"/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16EBC-B03C-84B5-4C2E-0992F2F4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100" b="0" i="0">
                <a:effectLst/>
                <a:latin typeface="Verdana" panose="020B0604030504040204" pitchFamily="34" charset="0"/>
              </a:rPr>
              <a:t>When a failure on the active router detected, the standby router assumes the role of the forwarding router. </a:t>
            </a:r>
          </a:p>
          <a:p>
            <a:r>
              <a:rPr lang="en-US" sz="1100" b="0" i="0">
                <a:effectLst/>
                <a:latin typeface="Verdana" panose="020B0604030504040204" pitchFamily="34" charset="0"/>
              </a:rPr>
              <a:t>Because the new forwarding router uses the same (virtual) IP and MAC addresses, the hosts see no disruption in communication. </a:t>
            </a:r>
          </a:p>
          <a:p>
            <a:r>
              <a:rPr lang="en-US" sz="1100" b="0" i="0">
                <a:effectLst/>
                <a:latin typeface="Verdana" panose="020B0604030504040204" pitchFamily="34" charset="0"/>
              </a:rPr>
              <a:t>A new standby router is also elected at that time (in the case of there are more than two routers in a HSRP group).</a:t>
            </a:r>
          </a:p>
          <a:p>
            <a:r>
              <a:rPr lang="en-US" sz="1100" b="0" i="0">
                <a:effectLst/>
                <a:latin typeface="Verdana" panose="020B0604030504040204" pitchFamily="34" charset="0"/>
              </a:rPr>
              <a:t>Note: All routers in a HSRP group send hello packets. </a:t>
            </a:r>
          </a:p>
          <a:p>
            <a:r>
              <a:rPr lang="en-US" sz="1100" b="0" i="0">
                <a:effectLst/>
                <a:latin typeface="Verdana" panose="020B0604030504040204" pitchFamily="34" charset="0"/>
              </a:rPr>
              <a:t>By default, the hello timer is set to 3 seconds and the dead timer is set to 10 seconds. </a:t>
            </a:r>
          </a:p>
          <a:p>
            <a:r>
              <a:rPr lang="en-US" sz="1100" b="0" i="0">
                <a:effectLst/>
                <a:latin typeface="Verdana" panose="020B0604030504040204" pitchFamily="34" charset="0"/>
              </a:rPr>
              <a:t>It means that a hello packet is sent between the HSRP standby group devices every 3 seconds, and the standby device becomes active when a hello packet has not been received for 10 seconds</a:t>
            </a:r>
            <a:br>
              <a:rPr lang="en-US" sz="1100"/>
            </a:br>
            <a:endParaRPr lang="en-US" sz="11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AD47E-72FC-8639-4F4D-3D465ECD0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26" y="504905"/>
            <a:ext cx="565785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6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DD02-3BC3-3D8A-5970-A8DA7AD9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points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647D7-467E-B377-30F5-B5EE91D00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The virtual MAC address of HSRP version 1 is </a:t>
            </a:r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0000.0C07.ACxx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, where </a:t>
            </a:r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xx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is the HSRP group number in hexadecimal based on the respective interface.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For example, HSRP group 10 uses the HSRP virtual MAC address of 0000.0C07.AC0A.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HSRP version 2 uses a virtual MAC address of 0000.0C9F.F</a:t>
            </a:r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XXX 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(XXX: HSRP group in hexadecimal).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But please notice that the virtual MAC address can be configured manually.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HSRP version 1 hello packets are sent to multicast address 224.0.0.2 while HSRP version 2 hello packets are sent to multicast address 224.0.0.102.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Currently HSRPv1 is the default version when running HSRP on Cisco devices.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8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7FC2-AD3D-6CC6-A0BC-635B02B7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AE7C-72FD-670F-A080-46364D6A9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HSRP is Cisco proprietary which allows several routers or multilayer switches to appear as a single gateway IP address.</a:t>
            </a:r>
            <a:br>
              <a:rPr lang="en-US" dirty="0"/>
            </a:br>
            <a:endParaRPr lang="en-US" dirty="0"/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HSRP has 6 states: Initial, learn, listen, speak, standby and active.</a:t>
            </a:r>
            <a:br>
              <a:rPr lang="en-US" dirty="0"/>
            </a:br>
            <a:endParaRPr lang="en-US" dirty="0"/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HSRP allows multiple routers to share a virtual IP and MAC address so that the end-user hosts do not realize when a failure occurs.</a:t>
            </a:r>
            <a:br>
              <a:rPr lang="en-US" dirty="0"/>
            </a:br>
            <a:endParaRPr lang="en-US" dirty="0"/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The active (or Master) router uses the virtual IP and MAC addresses.</a:t>
            </a:r>
            <a:br>
              <a:rPr lang="en-US" dirty="0"/>
            </a:br>
            <a:endParaRPr lang="en-US" dirty="0"/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Standby routers listen for Hellos from the Active router. A hello packet is sent every 3 seconds by default. The hold time (dead interval) is 10 seconds.</a:t>
            </a:r>
            <a:br>
              <a:rPr lang="en-US" dirty="0"/>
            </a:br>
            <a:endParaRPr lang="en-US" dirty="0"/>
          </a:p>
          <a:p>
            <a:r>
              <a:rPr lang="en-US" b="0" i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HSRP version 1 uses the MAC address range 0000.0C07.ACxx while HSRP version 2 uses the MAC address range 0000.0C9F.Fxxx , where xxx is the hexadecimal number of HSRP group.</a:t>
            </a:r>
            <a:br>
              <a:rPr lang="en-US"/>
            </a:br>
            <a:endParaRPr lang="en-US"/>
          </a:p>
          <a:p>
            <a:r>
              <a:rPr lang="en-US" b="0" i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+ 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The group numbers of HSRP version 1 range from 0 to 255. HSRP does support group number of 0 (we do check it and in fact, it is the default group number if you don’t enter group number in the configuration) so HSRP version 1 supports up to 256 group numbers. HSRP version 2 supports 4096 group numbers.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23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867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Verdana</vt:lpstr>
      <vt:lpstr>Office Theme</vt:lpstr>
      <vt:lpstr>Hot Standby Router Protocol (HSRP)</vt:lpstr>
      <vt:lpstr>Internet Connectivity</vt:lpstr>
      <vt:lpstr>Network setup</vt:lpstr>
      <vt:lpstr>Redundancy for Network Resilence</vt:lpstr>
      <vt:lpstr>Problem!</vt:lpstr>
      <vt:lpstr>HSRP Operation</vt:lpstr>
      <vt:lpstr>HSRP Operation…</vt:lpstr>
      <vt:lpstr>HSRP Operation…</vt:lpstr>
      <vt:lpstr>Some points to note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Standby Router Protocol (HSRP)</dc:title>
  <dc:creator>#LEONG PENG KWAI#</dc:creator>
  <cp:lastModifiedBy>John PK LEONG (TP)</cp:lastModifiedBy>
  <cp:revision>1</cp:revision>
  <dcterms:created xsi:type="dcterms:W3CDTF">2024-05-15T03:01:02Z</dcterms:created>
  <dcterms:modified xsi:type="dcterms:W3CDTF">2024-06-07T08:16:26Z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2024-05-15T03:03:34Z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eddad948-5f1e-4ee8-aaee-ca5729c97034</vt:lpwstr>
  </property>
  <property fmtid="{D5CDD505-2E9C-101B-9397-08002B2CF9AE}" pid="8" name="MSIP_Label_d528611d-fe69-484f-b56b-0db8a0d79612_ContentBits">
    <vt:lpwstr>0</vt:lpwstr>
  </property>
</Properties>
</file>