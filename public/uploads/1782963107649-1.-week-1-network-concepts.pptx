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71" r:id="rId7"/>
    <p:sldId id="262" r:id="rId8"/>
    <p:sldId id="27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22C11-7EC4-4212-A945-38186634A72F}" v="6" dt="2024-02-06T03:46:30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PK LEONG (TP)" userId="111f5370-9e5f-4b91-8b88-3f16be600637" providerId="ADAL" clId="{3B93356A-F287-4939-AFC8-B999BD718CAB}"/>
    <pc:docChg chg="undo custSel mod addSld modSld addMainMaster delMainMaster">
      <pc:chgData name="John PK LEONG (TP)" userId="111f5370-9e5f-4b91-8b88-3f16be600637" providerId="ADAL" clId="{3B93356A-F287-4939-AFC8-B999BD718CAB}" dt="2023-09-08T08:54:58.775" v="1234" actId="20577"/>
      <pc:docMkLst>
        <pc:docMk/>
      </pc:docMkLst>
      <pc:sldChg chg="addSp delSp modSp new mod setBg modClrScheme addAnim chgLayout">
        <pc:chgData name="John PK LEONG (TP)" userId="111f5370-9e5f-4b91-8b88-3f16be600637" providerId="ADAL" clId="{3B93356A-F287-4939-AFC8-B999BD718CAB}" dt="2023-09-07T09:48:22.561" v="26"/>
        <pc:sldMkLst>
          <pc:docMk/>
          <pc:sldMk cId="853385665" sldId="256"/>
        </pc:sldMkLst>
        <pc:spChg chg="mod">
          <ac:chgData name="John PK LEONG (TP)" userId="111f5370-9e5f-4b91-8b88-3f16be600637" providerId="ADAL" clId="{3B93356A-F287-4939-AFC8-B999BD718CAB}" dt="2023-09-07T09:48:22.559" v="25" actId="26606"/>
          <ac:spMkLst>
            <pc:docMk/>
            <pc:sldMk cId="853385665" sldId="256"/>
            <ac:spMk id="2" creationId="{0856576D-75A5-EEAE-55DD-136C09D9BE66}"/>
          </ac:spMkLst>
        </pc:spChg>
        <pc:spChg chg="mod">
          <ac:chgData name="John PK LEONG (TP)" userId="111f5370-9e5f-4b91-8b88-3f16be600637" providerId="ADAL" clId="{3B93356A-F287-4939-AFC8-B999BD718CAB}" dt="2023-09-07T09:48:22.559" v="25" actId="26606"/>
          <ac:spMkLst>
            <pc:docMk/>
            <pc:sldMk cId="853385665" sldId="256"/>
            <ac:spMk id="3" creationId="{A9C238D3-4D20-740F-42E9-651B9892056F}"/>
          </ac:spMkLst>
        </pc:spChg>
        <pc:spChg chg="add del">
          <ac:chgData name="John PK LEONG (TP)" userId="111f5370-9e5f-4b91-8b88-3f16be600637" providerId="ADAL" clId="{3B93356A-F287-4939-AFC8-B999BD718CAB}" dt="2023-09-07T09:48:22.538" v="24" actId="26606"/>
          <ac:spMkLst>
            <pc:docMk/>
            <pc:sldMk cId="853385665" sldId="256"/>
            <ac:spMk id="9" creationId="{F2E5B6AE-5EFE-45F0-A2AE-ED771CA3D7DD}"/>
          </ac:spMkLst>
        </pc:spChg>
        <pc:spChg chg="add">
          <ac:chgData name="John PK LEONG (TP)" userId="111f5370-9e5f-4b91-8b88-3f16be600637" providerId="ADAL" clId="{3B93356A-F287-4939-AFC8-B999BD718CAB}" dt="2023-09-07T09:48:22.559" v="25" actId="26606"/>
          <ac:spMkLst>
            <pc:docMk/>
            <pc:sldMk cId="853385665" sldId="256"/>
            <ac:spMk id="15" creationId="{8B8AF2F4-988C-C791-C43F-485C414961D8}"/>
          </ac:spMkLst>
        </pc:spChg>
        <pc:spChg chg="add">
          <ac:chgData name="John PK LEONG (TP)" userId="111f5370-9e5f-4b91-8b88-3f16be600637" providerId="ADAL" clId="{3B93356A-F287-4939-AFC8-B999BD718CAB}" dt="2023-09-07T09:48:22.559" v="25" actId="26606"/>
          <ac:spMkLst>
            <pc:docMk/>
            <pc:sldMk cId="853385665" sldId="256"/>
            <ac:spMk id="16" creationId="{792209DF-5D11-6D72-1984-4887D51000F4}"/>
          </ac:spMkLst>
        </pc:spChg>
        <pc:picChg chg="add del">
          <ac:chgData name="John PK LEONG (TP)" userId="111f5370-9e5f-4b91-8b88-3f16be600637" providerId="ADAL" clId="{3B93356A-F287-4939-AFC8-B999BD718CAB}" dt="2023-09-07T09:48:22.538" v="24" actId="26606"/>
          <ac:picMkLst>
            <pc:docMk/>
            <pc:sldMk cId="853385665" sldId="256"/>
            <ac:picMk id="4" creationId="{3FE8AB6E-8E68-39E0-1863-3B3C8886FA14}"/>
          </ac:picMkLst>
        </pc:picChg>
        <pc:picChg chg="add">
          <ac:chgData name="John PK LEONG (TP)" userId="111f5370-9e5f-4b91-8b88-3f16be600637" providerId="ADAL" clId="{3B93356A-F287-4939-AFC8-B999BD718CAB}" dt="2023-09-07T09:48:22.559" v="25" actId="26606"/>
          <ac:picMkLst>
            <pc:docMk/>
            <pc:sldMk cId="853385665" sldId="256"/>
            <ac:picMk id="14" creationId="{BA261514-2113-478C-9D86-901087C24337}"/>
          </ac:picMkLst>
        </pc:picChg>
        <pc:cxnChg chg="add del">
          <ac:chgData name="John PK LEONG (TP)" userId="111f5370-9e5f-4b91-8b88-3f16be600637" providerId="ADAL" clId="{3B93356A-F287-4939-AFC8-B999BD718CAB}" dt="2023-09-07T09:48:22.538" v="24" actId="26606"/>
          <ac:cxnSpMkLst>
            <pc:docMk/>
            <pc:sldMk cId="853385665" sldId="256"/>
            <ac:cxnSpMk id="11" creationId="{D255B435-D9F3-4A31-B89E-36741390DB4B}"/>
          </ac:cxnSpMkLst>
        </pc:cxnChg>
        <pc:cxnChg chg="add">
          <ac:chgData name="John PK LEONG (TP)" userId="111f5370-9e5f-4b91-8b88-3f16be600637" providerId="ADAL" clId="{3B93356A-F287-4939-AFC8-B999BD718CAB}" dt="2023-09-07T09:48:22.559" v="25" actId="26606"/>
          <ac:cxnSpMkLst>
            <pc:docMk/>
            <pc:sldMk cId="853385665" sldId="256"/>
            <ac:cxnSpMk id="13" creationId="{1163B6C4-0500-4B1A-9149-4A6C7EDAF15F}"/>
          </ac:cxnSpMkLst>
        </pc:cxnChg>
      </pc:sldChg>
      <pc:sldChg chg="addSp delSp modSp new mod setBg">
        <pc:chgData name="John PK LEONG (TP)" userId="111f5370-9e5f-4b91-8b88-3f16be600637" providerId="ADAL" clId="{3B93356A-F287-4939-AFC8-B999BD718CAB}" dt="2023-09-07T09:56:34.168" v="53" actId="6549"/>
        <pc:sldMkLst>
          <pc:docMk/>
          <pc:sldMk cId="1234606883" sldId="257"/>
        </pc:sldMkLst>
        <pc:spChg chg="mod">
          <ac:chgData name="John PK LEONG (TP)" userId="111f5370-9e5f-4b91-8b88-3f16be600637" providerId="ADAL" clId="{3B93356A-F287-4939-AFC8-B999BD718CAB}" dt="2023-09-07T09:56:34.168" v="53" actId="6549"/>
          <ac:spMkLst>
            <pc:docMk/>
            <pc:sldMk cId="1234606883" sldId="257"/>
            <ac:spMk id="2" creationId="{D691D4A4-92F5-71D3-AA71-16DC9A0E9195}"/>
          </ac:spMkLst>
        </pc:spChg>
        <pc:spChg chg="add del">
          <ac:chgData name="John PK LEONG (TP)" userId="111f5370-9e5f-4b91-8b88-3f16be600637" providerId="ADAL" clId="{3B93356A-F287-4939-AFC8-B999BD718CAB}" dt="2023-09-07T09:56:18.513" v="52"/>
          <ac:spMkLst>
            <pc:docMk/>
            <pc:sldMk cId="1234606883" sldId="257"/>
            <ac:spMk id="3" creationId="{1C8A330E-D9E7-F5DD-85D1-0F467F65E104}"/>
          </ac:spMkLst>
        </pc:spChg>
        <pc:spChg chg="add del">
          <ac:chgData name="John PK LEONG (TP)" userId="111f5370-9e5f-4b91-8b88-3f16be600637" providerId="ADAL" clId="{3B93356A-F287-4939-AFC8-B999BD718CAB}" dt="2023-09-07T09:48:48.594" v="29" actId="26606"/>
          <ac:spMkLst>
            <pc:docMk/>
            <pc:sldMk cId="1234606883" sldId="257"/>
            <ac:spMk id="10" creationId="{4B6C6491-4A25-4638-B352-7708F0A2A112}"/>
          </ac:spMkLst>
        </pc:spChg>
        <pc:spChg chg="add del">
          <ac:chgData name="John PK LEONG (TP)" userId="111f5370-9e5f-4b91-8b88-3f16be600637" providerId="ADAL" clId="{3B93356A-F287-4939-AFC8-B999BD718CAB}" dt="2023-09-07T09:48:48.594" v="29" actId="26606"/>
          <ac:spMkLst>
            <pc:docMk/>
            <pc:sldMk cId="1234606883" sldId="257"/>
            <ac:spMk id="12" creationId="{96125ED7-F0CF-40D9-8C60-51E1880536B3}"/>
          </ac:spMkLst>
        </pc:spChg>
        <pc:picChg chg="add mod">
          <ac:chgData name="John PK LEONG (TP)" userId="111f5370-9e5f-4b91-8b88-3f16be600637" providerId="ADAL" clId="{3B93356A-F287-4939-AFC8-B999BD718CAB}" dt="2023-09-07T09:56:18.513" v="52"/>
          <ac:picMkLst>
            <pc:docMk/>
            <pc:sldMk cId="1234606883" sldId="257"/>
            <ac:picMk id="4" creationId="{14849BD1-6941-7549-10B7-E7BD4136632A}"/>
          </ac:picMkLst>
        </pc:picChg>
        <pc:cxnChg chg="add del">
          <ac:chgData name="John PK LEONG (TP)" userId="111f5370-9e5f-4b91-8b88-3f16be600637" providerId="ADAL" clId="{3B93356A-F287-4939-AFC8-B999BD718CAB}" dt="2023-09-07T09:48:48.594" v="29" actId="26606"/>
          <ac:cxnSpMkLst>
            <pc:docMk/>
            <pc:sldMk cId="1234606883" sldId="257"/>
            <ac:cxnSpMk id="8" creationId="{D8689CE0-64D2-447C-9C1F-872D111D8AC3}"/>
          </ac:cxnSpMkLst>
        </pc:cxnChg>
        <pc:cxnChg chg="add del">
          <ac:chgData name="John PK LEONG (TP)" userId="111f5370-9e5f-4b91-8b88-3f16be600637" providerId="ADAL" clId="{3B93356A-F287-4939-AFC8-B999BD718CAB}" dt="2023-09-07T09:48:48.594" v="29" actId="26606"/>
          <ac:cxnSpMkLst>
            <pc:docMk/>
            <pc:sldMk cId="1234606883" sldId="257"/>
            <ac:cxnSpMk id="14" creationId="{B0AA360F-DECB-4836-8FB6-22C4BC3FB02D}"/>
          </ac:cxnSpMkLst>
        </pc:cxnChg>
      </pc:sldChg>
      <pc:sldChg chg="addSp delSp modSp new mod">
        <pc:chgData name="John PK LEONG (TP)" userId="111f5370-9e5f-4b91-8b88-3f16be600637" providerId="ADAL" clId="{3B93356A-F287-4939-AFC8-B999BD718CAB}" dt="2023-09-07T09:59:21.658" v="63" actId="1076"/>
        <pc:sldMkLst>
          <pc:docMk/>
          <pc:sldMk cId="569836479" sldId="258"/>
        </pc:sldMkLst>
        <pc:spChg chg="del">
          <ac:chgData name="John PK LEONG (TP)" userId="111f5370-9e5f-4b91-8b88-3f16be600637" providerId="ADAL" clId="{3B93356A-F287-4939-AFC8-B999BD718CAB}" dt="2023-09-07T09:59:15.220" v="60" actId="478"/>
          <ac:spMkLst>
            <pc:docMk/>
            <pc:sldMk cId="569836479" sldId="258"/>
            <ac:spMk id="2" creationId="{DF4B2684-A357-86D3-A8C5-CEB44CDDC9D0}"/>
          </ac:spMkLst>
        </pc:spChg>
        <pc:spChg chg="del">
          <ac:chgData name="John PK LEONG (TP)" userId="111f5370-9e5f-4b91-8b88-3f16be600637" providerId="ADAL" clId="{3B93356A-F287-4939-AFC8-B999BD718CAB}" dt="2023-09-07T09:57:21.741" v="55"/>
          <ac:spMkLst>
            <pc:docMk/>
            <pc:sldMk cId="569836479" sldId="258"/>
            <ac:spMk id="3" creationId="{31AD572A-39C5-4F86-7EEC-A7CB6F8D9B08}"/>
          </ac:spMkLst>
        </pc:spChg>
        <pc:picChg chg="add mod">
          <ac:chgData name="John PK LEONG (TP)" userId="111f5370-9e5f-4b91-8b88-3f16be600637" providerId="ADAL" clId="{3B93356A-F287-4939-AFC8-B999BD718CAB}" dt="2023-09-07T09:59:20.418" v="62" actId="1076"/>
          <ac:picMkLst>
            <pc:docMk/>
            <pc:sldMk cId="569836479" sldId="258"/>
            <ac:picMk id="4" creationId="{E7764EAA-5102-160B-15B1-13D107B39020}"/>
          </ac:picMkLst>
        </pc:picChg>
        <pc:picChg chg="add mod">
          <ac:chgData name="John PK LEONG (TP)" userId="111f5370-9e5f-4b91-8b88-3f16be600637" providerId="ADAL" clId="{3B93356A-F287-4939-AFC8-B999BD718CAB}" dt="2023-09-07T09:59:21.658" v="63" actId="1076"/>
          <ac:picMkLst>
            <pc:docMk/>
            <pc:sldMk cId="569836479" sldId="258"/>
            <ac:picMk id="6" creationId="{E98C7218-96A6-A1E7-73DE-DCF84097CD9C}"/>
          </ac:picMkLst>
        </pc:picChg>
      </pc:sldChg>
      <pc:sldChg chg="addSp delSp modSp new mod">
        <pc:chgData name="John PK LEONG (TP)" userId="111f5370-9e5f-4b91-8b88-3f16be600637" providerId="ADAL" clId="{3B93356A-F287-4939-AFC8-B999BD718CAB}" dt="2023-09-07T10:04:36.417" v="97" actId="14100"/>
        <pc:sldMkLst>
          <pc:docMk/>
          <pc:sldMk cId="1772326904" sldId="259"/>
        </pc:sldMkLst>
        <pc:spChg chg="mod">
          <ac:chgData name="John PK LEONG (TP)" userId="111f5370-9e5f-4b91-8b88-3f16be600637" providerId="ADAL" clId="{3B93356A-F287-4939-AFC8-B999BD718CAB}" dt="2023-09-07T10:01:15.545" v="80" actId="20577"/>
          <ac:spMkLst>
            <pc:docMk/>
            <pc:sldMk cId="1772326904" sldId="259"/>
            <ac:spMk id="2" creationId="{4E28FF8B-C1F8-E2BB-3D54-F9055E0FEA9E}"/>
          </ac:spMkLst>
        </pc:spChg>
        <pc:spChg chg="del">
          <ac:chgData name="John PK LEONG (TP)" userId="111f5370-9e5f-4b91-8b88-3f16be600637" providerId="ADAL" clId="{3B93356A-F287-4939-AFC8-B999BD718CAB}" dt="2023-09-07T10:01:24.596" v="81"/>
          <ac:spMkLst>
            <pc:docMk/>
            <pc:sldMk cId="1772326904" sldId="259"/>
            <ac:spMk id="3" creationId="{1217199D-A357-8407-E7DE-6FC96BA6D5E3}"/>
          </ac:spMkLst>
        </pc:spChg>
        <pc:picChg chg="add mod">
          <ac:chgData name="John PK LEONG (TP)" userId="111f5370-9e5f-4b91-8b88-3f16be600637" providerId="ADAL" clId="{3B93356A-F287-4939-AFC8-B999BD718CAB}" dt="2023-09-07T10:03:19.566" v="92" actId="1076"/>
          <ac:picMkLst>
            <pc:docMk/>
            <pc:sldMk cId="1772326904" sldId="259"/>
            <ac:picMk id="4" creationId="{0118348A-BEBA-01FB-8D3A-3DF72D3623A8}"/>
          </ac:picMkLst>
        </pc:picChg>
        <pc:picChg chg="add mod">
          <ac:chgData name="John PK LEONG (TP)" userId="111f5370-9e5f-4b91-8b88-3f16be600637" providerId="ADAL" clId="{3B93356A-F287-4939-AFC8-B999BD718CAB}" dt="2023-09-07T10:03:26.157" v="93" actId="1076"/>
          <ac:picMkLst>
            <pc:docMk/>
            <pc:sldMk cId="1772326904" sldId="259"/>
            <ac:picMk id="5" creationId="{6B3D7B34-3952-E32F-1B60-9F03FBF07A2A}"/>
          </ac:picMkLst>
        </pc:picChg>
        <pc:picChg chg="add mod">
          <ac:chgData name="John PK LEONG (TP)" userId="111f5370-9e5f-4b91-8b88-3f16be600637" providerId="ADAL" clId="{3B93356A-F287-4939-AFC8-B999BD718CAB}" dt="2023-09-07T10:04:36.417" v="97" actId="14100"/>
          <ac:picMkLst>
            <pc:docMk/>
            <pc:sldMk cId="1772326904" sldId="259"/>
            <ac:picMk id="6" creationId="{01C6FB2E-2800-EACF-8C14-7036E59F8A05}"/>
          </ac:picMkLst>
        </pc:picChg>
      </pc:sldChg>
      <pc:sldChg chg="addSp delSp modSp new mod setBg">
        <pc:chgData name="John PK LEONG (TP)" userId="111f5370-9e5f-4b91-8b88-3f16be600637" providerId="ADAL" clId="{3B93356A-F287-4939-AFC8-B999BD718CAB}" dt="2023-09-08T07:45:57.287" v="632" actId="20577"/>
        <pc:sldMkLst>
          <pc:docMk/>
          <pc:sldMk cId="1913354190" sldId="260"/>
        </pc:sldMkLst>
        <pc:spChg chg="mod">
          <ac:chgData name="John PK LEONG (TP)" userId="111f5370-9e5f-4b91-8b88-3f16be600637" providerId="ADAL" clId="{3B93356A-F287-4939-AFC8-B999BD718CAB}" dt="2023-09-08T07:45:57.287" v="632" actId="20577"/>
          <ac:spMkLst>
            <pc:docMk/>
            <pc:sldMk cId="1913354190" sldId="260"/>
            <ac:spMk id="2" creationId="{4B481B62-E418-8F3C-2A10-745D6E561FB7}"/>
          </ac:spMkLst>
        </pc:spChg>
        <pc:spChg chg="del mod">
          <ac:chgData name="John PK LEONG (TP)" userId="111f5370-9e5f-4b91-8b88-3f16be600637" providerId="ADAL" clId="{3B93356A-F287-4939-AFC8-B999BD718CAB}" dt="2023-09-07T10:12:52.621" v="201" actId="26606"/>
          <ac:spMkLst>
            <pc:docMk/>
            <pc:sldMk cId="1913354190" sldId="260"/>
            <ac:spMk id="3" creationId="{E7775E74-DCBF-03EF-D732-BECEBFEB522D}"/>
          </ac:spMkLst>
        </pc:spChg>
        <pc:spChg chg="add del">
          <ac:chgData name="John PK LEONG (TP)" userId="111f5370-9e5f-4b91-8b88-3f16be600637" providerId="ADAL" clId="{3B93356A-F287-4939-AFC8-B999BD718CAB}" dt="2023-09-07T10:12:45.767" v="196" actId="26606"/>
          <ac:spMkLst>
            <pc:docMk/>
            <pc:sldMk cId="1913354190" sldId="260"/>
            <ac:spMk id="9" creationId="{D3ED8E66-E2AC-4CC9-ADE3-FA44E40291F8}"/>
          </ac:spMkLst>
        </pc:spChg>
        <pc:spChg chg="add del">
          <ac:chgData name="John PK LEONG (TP)" userId="111f5370-9e5f-4b91-8b88-3f16be600637" providerId="ADAL" clId="{3B93356A-F287-4939-AFC8-B999BD718CAB}" dt="2023-09-07T10:12:46.777" v="198" actId="26606"/>
          <ac:spMkLst>
            <pc:docMk/>
            <pc:sldMk cId="1913354190" sldId="260"/>
            <ac:spMk id="13" creationId="{A3B168A7-66FE-4359-9866-CBB841A729E6}"/>
          </ac:spMkLst>
        </pc:spChg>
        <pc:spChg chg="add del">
          <ac:chgData name="John PK LEONG (TP)" userId="111f5370-9e5f-4b91-8b88-3f16be600637" providerId="ADAL" clId="{3B93356A-F287-4939-AFC8-B999BD718CAB}" dt="2023-09-07T10:12:52.606" v="200" actId="26606"/>
          <ac:spMkLst>
            <pc:docMk/>
            <pc:sldMk cId="1913354190" sldId="260"/>
            <ac:spMk id="17" creationId="{D3ED8E66-E2AC-4CC9-ADE3-FA44E40291F8}"/>
          </ac:spMkLst>
        </pc:spChg>
        <pc:graphicFrameChg chg="add">
          <ac:chgData name="John PK LEONG (TP)" userId="111f5370-9e5f-4b91-8b88-3f16be600637" providerId="ADAL" clId="{3B93356A-F287-4939-AFC8-B999BD718CAB}" dt="2023-09-07T10:12:52.621" v="201" actId="26606"/>
          <ac:graphicFrameMkLst>
            <pc:docMk/>
            <pc:sldMk cId="1913354190" sldId="260"/>
            <ac:graphicFrameMk id="21" creationId="{61154EFF-2470-40BB-0E54-A1C77D721A95}"/>
          </ac:graphicFrameMkLst>
        </pc:graphicFrameChg>
        <pc:picChg chg="add del">
          <ac:chgData name="John PK LEONG (TP)" userId="111f5370-9e5f-4b91-8b88-3f16be600637" providerId="ADAL" clId="{3B93356A-F287-4939-AFC8-B999BD718CAB}" dt="2023-09-07T10:12:45.767" v="196" actId="26606"/>
          <ac:picMkLst>
            <pc:docMk/>
            <pc:sldMk cId="1913354190" sldId="260"/>
            <ac:picMk id="5" creationId="{7B875106-85BB-1A8C-23DB-A124B8B3EA5C}"/>
          </ac:picMkLst>
        </pc:picChg>
        <pc:picChg chg="add del">
          <ac:chgData name="John PK LEONG (TP)" userId="111f5370-9e5f-4b91-8b88-3f16be600637" providerId="ADAL" clId="{3B93356A-F287-4939-AFC8-B999BD718CAB}" dt="2023-09-07T10:12:46.777" v="198" actId="26606"/>
          <ac:picMkLst>
            <pc:docMk/>
            <pc:sldMk cId="1913354190" sldId="260"/>
            <ac:picMk id="15" creationId="{6E035ECA-CEAE-3E40-AC04-0F37754A80BC}"/>
          </ac:picMkLst>
        </pc:picChg>
        <pc:picChg chg="add del">
          <ac:chgData name="John PK LEONG (TP)" userId="111f5370-9e5f-4b91-8b88-3f16be600637" providerId="ADAL" clId="{3B93356A-F287-4939-AFC8-B999BD718CAB}" dt="2023-09-07T10:12:52.606" v="200" actId="26606"/>
          <ac:picMkLst>
            <pc:docMk/>
            <pc:sldMk cId="1913354190" sldId="260"/>
            <ac:picMk id="19" creationId="{7B875106-85BB-1A8C-23DB-A124B8B3EA5C}"/>
          </ac:picMkLst>
        </pc:picChg>
        <pc:cxnChg chg="add del">
          <ac:chgData name="John PK LEONG (TP)" userId="111f5370-9e5f-4b91-8b88-3f16be600637" providerId="ADAL" clId="{3B93356A-F287-4939-AFC8-B999BD718CAB}" dt="2023-09-07T10:12:45.767" v="196" actId="26606"/>
          <ac:cxnSpMkLst>
            <pc:docMk/>
            <pc:sldMk cId="1913354190" sldId="260"/>
            <ac:cxnSpMk id="11" creationId="{99E4D94C-0C5B-41F3-A1CB-A1E215C6A19C}"/>
          </ac:cxnSpMkLst>
        </pc:cxnChg>
        <pc:cxnChg chg="add del">
          <ac:chgData name="John PK LEONG (TP)" userId="111f5370-9e5f-4b91-8b88-3f16be600637" providerId="ADAL" clId="{3B93356A-F287-4939-AFC8-B999BD718CAB}" dt="2023-09-07T10:12:46.777" v="198" actId="26606"/>
          <ac:cxnSpMkLst>
            <pc:docMk/>
            <pc:sldMk cId="1913354190" sldId="260"/>
            <ac:cxnSpMk id="14" creationId="{F0748755-DDBC-46D0-91EC-1212A8EE2B40}"/>
          </ac:cxnSpMkLst>
        </pc:cxnChg>
        <pc:cxnChg chg="add del">
          <ac:chgData name="John PK LEONG (TP)" userId="111f5370-9e5f-4b91-8b88-3f16be600637" providerId="ADAL" clId="{3B93356A-F287-4939-AFC8-B999BD718CAB}" dt="2023-09-07T10:12:52.606" v="200" actId="26606"/>
          <ac:cxnSpMkLst>
            <pc:docMk/>
            <pc:sldMk cId="1913354190" sldId="260"/>
            <ac:cxnSpMk id="18" creationId="{99E4D94C-0C5B-41F3-A1CB-A1E215C6A19C}"/>
          </ac:cxnSpMkLst>
        </pc:cxnChg>
      </pc:sldChg>
      <pc:sldChg chg="addSp delSp modSp new mod">
        <pc:chgData name="John PK LEONG (TP)" userId="111f5370-9e5f-4b91-8b88-3f16be600637" providerId="ADAL" clId="{3B93356A-F287-4939-AFC8-B999BD718CAB}" dt="2023-09-07T10:21:30.290" v="496" actId="20577"/>
        <pc:sldMkLst>
          <pc:docMk/>
          <pc:sldMk cId="835318320" sldId="261"/>
        </pc:sldMkLst>
        <pc:spChg chg="mod">
          <ac:chgData name="John PK LEONG (TP)" userId="111f5370-9e5f-4b91-8b88-3f16be600637" providerId="ADAL" clId="{3B93356A-F287-4939-AFC8-B999BD718CAB}" dt="2023-09-07T10:14:22.799" v="248" actId="20577"/>
          <ac:spMkLst>
            <pc:docMk/>
            <pc:sldMk cId="835318320" sldId="261"/>
            <ac:spMk id="2" creationId="{60680873-DE3A-2F07-049A-0CD693252288}"/>
          </ac:spMkLst>
        </pc:spChg>
        <pc:spChg chg="del">
          <ac:chgData name="John PK LEONG (TP)" userId="111f5370-9e5f-4b91-8b88-3f16be600637" providerId="ADAL" clId="{3B93356A-F287-4939-AFC8-B999BD718CAB}" dt="2023-09-07T10:14:43.600" v="249"/>
          <ac:spMkLst>
            <pc:docMk/>
            <pc:sldMk cId="835318320" sldId="261"/>
            <ac:spMk id="3" creationId="{093CC947-10E4-FB76-E516-EC6E5E0602F4}"/>
          </ac:spMkLst>
        </pc:spChg>
        <pc:spChg chg="add del">
          <ac:chgData name="John PK LEONG (TP)" userId="111f5370-9e5f-4b91-8b88-3f16be600637" providerId="ADAL" clId="{3B93356A-F287-4939-AFC8-B999BD718CAB}" dt="2023-09-07T10:15:18.348" v="252" actId="11529"/>
          <ac:spMkLst>
            <pc:docMk/>
            <pc:sldMk cId="835318320" sldId="261"/>
            <ac:spMk id="5" creationId="{5E1A81E5-893A-7CE7-7EDD-AABA8E9262D1}"/>
          </ac:spMkLst>
        </pc:spChg>
        <pc:spChg chg="add mod">
          <ac:chgData name="John PK LEONG (TP)" userId="111f5370-9e5f-4b91-8b88-3f16be600637" providerId="ADAL" clId="{3B93356A-F287-4939-AFC8-B999BD718CAB}" dt="2023-09-07T10:18:41.046" v="377" actId="207"/>
          <ac:spMkLst>
            <pc:docMk/>
            <pc:sldMk cId="835318320" sldId="261"/>
            <ac:spMk id="8" creationId="{66CAF679-8ABE-AB39-24E0-C33DFD87E3A7}"/>
          </ac:spMkLst>
        </pc:spChg>
        <pc:spChg chg="add mod">
          <ac:chgData name="John PK LEONG (TP)" userId="111f5370-9e5f-4b91-8b88-3f16be600637" providerId="ADAL" clId="{3B93356A-F287-4939-AFC8-B999BD718CAB}" dt="2023-09-07T10:18:58.799" v="404" actId="207"/>
          <ac:spMkLst>
            <pc:docMk/>
            <pc:sldMk cId="835318320" sldId="261"/>
            <ac:spMk id="9" creationId="{4560558D-51E0-4C4E-FD53-62C829F99101}"/>
          </ac:spMkLst>
        </pc:spChg>
        <pc:spChg chg="add mod">
          <ac:chgData name="John PK LEONG (TP)" userId="111f5370-9e5f-4b91-8b88-3f16be600637" providerId="ADAL" clId="{3B93356A-F287-4939-AFC8-B999BD718CAB}" dt="2023-09-07T10:19:17.579" v="430" actId="207"/>
          <ac:spMkLst>
            <pc:docMk/>
            <pc:sldMk cId="835318320" sldId="261"/>
            <ac:spMk id="10" creationId="{29CA6A79-2B14-E937-6EF1-4FAED350D92F}"/>
          </ac:spMkLst>
        </pc:spChg>
        <pc:graphicFrameChg chg="add del">
          <ac:chgData name="John PK LEONG (TP)" userId="111f5370-9e5f-4b91-8b88-3f16be600637" providerId="ADAL" clId="{3B93356A-F287-4939-AFC8-B999BD718CAB}" dt="2023-09-07T10:15:37.737" v="254" actId="3680"/>
          <ac:graphicFrameMkLst>
            <pc:docMk/>
            <pc:sldMk cId="835318320" sldId="261"/>
            <ac:graphicFrameMk id="6" creationId="{1F5EC3D9-0581-76E8-02AF-AFC6C538036E}"/>
          </ac:graphicFrameMkLst>
        </pc:graphicFrameChg>
        <pc:graphicFrameChg chg="add mod modGraphic">
          <ac:chgData name="John PK LEONG (TP)" userId="111f5370-9e5f-4b91-8b88-3f16be600637" providerId="ADAL" clId="{3B93356A-F287-4939-AFC8-B999BD718CAB}" dt="2023-09-07T10:21:30.290" v="496" actId="20577"/>
          <ac:graphicFrameMkLst>
            <pc:docMk/>
            <pc:sldMk cId="835318320" sldId="261"/>
            <ac:graphicFrameMk id="7" creationId="{BC29FF9F-50AD-36BC-4853-A4B16D24622F}"/>
          </ac:graphicFrameMkLst>
        </pc:graphicFrameChg>
        <pc:picChg chg="add mod">
          <ac:chgData name="John PK LEONG (TP)" userId="111f5370-9e5f-4b91-8b88-3f16be600637" providerId="ADAL" clId="{3B93356A-F287-4939-AFC8-B999BD718CAB}" dt="2023-09-07T10:14:47.425" v="250" actId="1076"/>
          <ac:picMkLst>
            <pc:docMk/>
            <pc:sldMk cId="835318320" sldId="261"/>
            <ac:picMk id="4" creationId="{0D6316C1-2FB1-0DDD-685C-618C26639508}"/>
          </ac:picMkLst>
        </pc:picChg>
      </pc:sldChg>
      <pc:sldChg chg="addSp delSp modSp new mod setBg">
        <pc:chgData name="John PK LEONG (TP)" userId="111f5370-9e5f-4b91-8b88-3f16be600637" providerId="ADAL" clId="{3B93356A-F287-4939-AFC8-B999BD718CAB}" dt="2023-09-08T07:44:56.184" v="590" actId="20577"/>
        <pc:sldMkLst>
          <pc:docMk/>
          <pc:sldMk cId="806380863" sldId="262"/>
        </pc:sldMkLst>
        <pc:spChg chg="mod">
          <ac:chgData name="John PK LEONG (TP)" userId="111f5370-9e5f-4b91-8b88-3f16be600637" providerId="ADAL" clId="{3B93356A-F287-4939-AFC8-B999BD718CAB}" dt="2023-09-08T07:43:53.358" v="517" actId="26606"/>
          <ac:spMkLst>
            <pc:docMk/>
            <pc:sldMk cId="806380863" sldId="262"/>
            <ac:spMk id="2" creationId="{1FA9BE07-BA62-C9F3-E66C-18F2C6A69ACD}"/>
          </ac:spMkLst>
        </pc:spChg>
        <pc:spChg chg="del">
          <ac:chgData name="John PK LEONG (TP)" userId="111f5370-9e5f-4b91-8b88-3f16be600637" providerId="ADAL" clId="{3B93356A-F287-4939-AFC8-B999BD718CAB}" dt="2023-09-08T07:43:22.173" v="516"/>
          <ac:spMkLst>
            <pc:docMk/>
            <pc:sldMk cId="806380863" sldId="262"/>
            <ac:spMk id="3" creationId="{0462B986-AEF2-CA72-1496-9A31FFAFEB63}"/>
          </ac:spMkLst>
        </pc:spChg>
        <pc:spChg chg="add mod">
          <ac:chgData name="John PK LEONG (TP)" userId="111f5370-9e5f-4b91-8b88-3f16be600637" providerId="ADAL" clId="{3B93356A-F287-4939-AFC8-B999BD718CAB}" dt="2023-09-08T07:44:56.184" v="590" actId="20577"/>
          <ac:spMkLst>
            <pc:docMk/>
            <pc:sldMk cId="806380863" sldId="262"/>
            <ac:spMk id="8" creationId="{33316585-2D34-931A-32CD-69D1F1566DFA}"/>
          </ac:spMkLst>
        </pc:spChg>
        <pc:spChg chg="add">
          <ac:chgData name="John PK LEONG (TP)" userId="111f5370-9e5f-4b91-8b88-3f16be600637" providerId="ADAL" clId="{3B93356A-F287-4939-AFC8-B999BD718CAB}" dt="2023-09-08T07:43:53.358" v="517" actId="26606"/>
          <ac:spMkLst>
            <pc:docMk/>
            <pc:sldMk cId="806380863" sldId="262"/>
            <ac:spMk id="11" creationId="{A3B168A7-66FE-4359-9866-CBB841A729E6}"/>
          </ac:spMkLst>
        </pc:spChg>
        <pc:picChg chg="add mod">
          <ac:chgData name="John PK LEONG (TP)" userId="111f5370-9e5f-4b91-8b88-3f16be600637" providerId="ADAL" clId="{3B93356A-F287-4939-AFC8-B999BD718CAB}" dt="2023-09-08T07:43:53.358" v="517" actId="26606"/>
          <ac:picMkLst>
            <pc:docMk/>
            <pc:sldMk cId="806380863" sldId="262"/>
            <ac:picMk id="4" creationId="{42C87527-1496-E6CD-84BB-DBA825A54ACD}"/>
          </ac:picMkLst>
        </pc:picChg>
        <pc:cxnChg chg="add">
          <ac:chgData name="John PK LEONG (TP)" userId="111f5370-9e5f-4b91-8b88-3f16be600637" providerId="ADAL" clId="{3B93356A-F287-4939-AFC8-B999BD718CAB}" dt="2023-09-08T07:43:53.358" v="517" actId="26606"/>
          <ac:cxnSpMkLst>
            <pc:docMk/>
            <pc:sldMk cId="806380863" sldId="262"/>
            <ac:cxnSpMk id="13" creationId="{F0748755-DDBC-46D0-91EC-1212A8EE2B40}"/>
          </ac:cxnSpMkLst>
        </pc:cxnChg>
      </pc:sldChg>
      <pc:sldChg chg="modSp new mod">
        <pc:chgData name="John PK LEONG (TP)" userId="111f5370-9e5f-4b91-8b88-3f16be600637" providerId="ADAL" clId="{3B93356A-F287-4939-AFC8-B999BD718CAB}" dt="2023-09-08T07:58:45.761" v="736" actId="20577"/>
        <pc:sldMkLst>
          <pc:docMk/>
          <pc:sldMk cId="469179255" sldId="263"/>
        </pc:sldMkLst>
        <pc:spChg chg="mod">
          <ac:chgData name="John PK LEONG (TP)" userId="111f5370-9e5f-4b91-8b88-3f16be600637" providerId="ADAL" clId="{3B93356A-F287-4939-AFC8-B999BD718CAB}" dt="2023-09-08T07:46:09.700" v="637" actId="20577"/>
          <ac:spMkLst>
            <pc:docMk/>
            <pc:sldMk cId="469179255" sldId="263"/>
            <ac:spMk id="2" creationId="{F13FC26F-2599-12EA-BE6C-BBB66CC9C54A}"/>
          </ac:spMkLst>
        </pc:spChg>
        <pc:spChg chg="mod">
          <ac:chgData name="John PK LEONG (TP)" userId="111f5370-9e5f-4b91-8b88-3f16be600637" providerId="ADAL" clId="{3B93356A-F287-4939-AFC8-B999BD718CAB}" dt="2023-09-08T07:58:45.761" v="736" actId="20577"/>
          <ac:spMkLst>
            <pc:docMk/>
            <pc:sldMk cId="469179255" sldId="263"/>
            <ac:spMk id="3" creationId="{CB4F568D-F1C3-CB21-58C4-D1FCBAC7812F}"/>
          </ac:spMkLst>
        </pc:spChg>
      </pc:sldChg>
      <pc:sldChg chg="addSp delSp modSp new mod setBg">
        <pc:chgData name="John PK LEONG (TP)" userId="111f5370-9e5f-4b91-8b88-3f16be600637" providerId="ADAL" clId="{3B93356A-F287-4939-AFC8-B999BD718CAB}" dt="2023-09-08T08:07:07.668" v="778" actId="20577"/>
        <pc:sldMkLst>
          <pc:docMk/>
          <pc:sldMk cId="1553201126" sldId="264"/>
        </pc:sldMkLst>
        <pc:spChg chg="mod">
          <ac:chgData name="John PK LEONG (TP)" userId="111f5370-9e5f-4b91-8b88-3f16be600637" providerId="ADAL" clId="{3B93356A-F287-4939-AFC8-B999BD718CAB}" dt="2023-09-08T08:07:07.668" v="778" actId="20577"/>
          <ac:spMkLst>
            <pc:docMk/>
            <pc:sldMk cId="1553201126" sldId="264"/>
            <ac:spMk id="2" creationId="{C420F1EE-7E23-4DA9-0DE0-C6BAB2A38AC3}"/>
          </ac:spMkLst>
        </pc:spChg>
        <pc:spChg chg="del">
          <ac:chgData name="John PK LEONG (TP)" userId="111f5370-9e5f-4b91-8b88-3f16be600637" providerId="ADAL" clId="{3B93356A-F287-4939-AFC8-B999BD718CAB}" dt="2023-09-08T08:04:53.271" v="762"/>
          <ac:spMkLst>
            <pc:docMk/>
            <pc:sldMk cId="1553201126" sldId="264"/>
            <ac:spMk id="3" creationId="{D6AD4815-E620-71B4-384E-2BC1DCBBF1B6}"/>
          </ac:spMkLst>
        </pc:spChg>
        <pc:spChg chg="add del mod">
          <ac:chgData name="John PK LEONG (TP)" userId="111f5370-9e5f-4b91-8b88-3f16be600637" providerId="ADAL" clId="{3B93356A-F287-4939-AFC8-B999BD718CAB}" dt="2023-09-08T08:06:16.035" v="768"/>
          <ac:spMkLst>
            <pc:docMk/>
            <pc:sldMk cId="1553201126" sldId="264"/>
            <ac:spMk id="7" creationId="{81270BE5-1471-7FD2-E94E-71D38D0D347D}"/>
          </ac:spMkLst>
        </pc:spChg>
        <pc:spChg chg="add del">
          <ac:chgData name="John PK LEONG (TP)" userId="111f5370-9e5f-4b91-8b88-3f16be600637" providerId="ADAL" clId="{3B93356A-F287-4939-AFC8-B999BD718CAB}" dt="2023-09-08T08:05:42.760" v="765"/>
          <ac:spMkLst>
            <pc:docMk/>
            <pc:sldMk cId="1553201126" sldId="264"/>
            <ac:spMk id="8" creationId="{0A475D4F-851A-DB44-10A3-32B4BD03D46A}"/>
          </ac:spMkLst>
        </pc:spChg>
        <pc:spChg chg="add del">
          <ac:chgData name="John PK LEONG (TP)" userId="111f5370-9e5f-4b91-8b88-3f16be600637" providerId="ADAL" clId="{3B93356A-F287-4939-AFC8-B999BD718CAB}" dt="2023-09-08T08:06:13.596" v="767" actId="26606"/>
          <ac:spMkLst>
            <pc:docMk/>
            <pc:sldMk cId="1553201126" sldId="264"/>
            <ac:spMk id="11" creationId="{40DC026F-444B-46C9-BCBE-329183BF5FE0}"/>
          </ac:spMkLst>
        </pc:spChg>
        <pc:spChg chg="add del mod">
          <ac:chgData name="John PK LEONG (TP)" userId="111f5370-9e5f-4b91-8b88-3f16be600637" providerId="ADAL" clId="{3B93356A-F287-4939-AFC8-B999BD718CAB}" dt="2023-09-08T08:07:01.347" v="775"/>
          <ac:spMkLst>
            <pc:docMk/>
            <pc:sldMk cId="1553201126" sldId="264"/>
            <ac:spMk id="12" creationId="{E44DB604-454D-0661-8D13-E31076B3EA81}"/>
          </ac:spMkLst>
        </pc:spChg>
        <pc:spChg chg="add del">
          <ac:chgData name="John PK LEONG (TP)" userId="111f5370-9e5f-4b91-8b88-3f16be600637" providerId="ADAL" clId="{3B93356A-F287-4939-AFC8-B999BD718CAB}" dt="2023-09-08T08:06:49.269" v="774" actId="26606"/>
          <ac:spMkLst>
            <pc:docMk/>
            <pc:sldMk cId="1553201126" sldId="264"/>
            <ac:spMk id="18" creationId="{40DC026F-444B-46C9-BCBE-329183BF5FE0}"/>
          </ac:spMkLst>
        </pc:spChg>
        <pc:spChg chg="add">
          <ac:chgData name="John PK LEONG (TP)" userId="111f5370-9e5f-4b91-8b88-3f16be600637" providerId="ADAL" clId="{3B93356A-F287-4939-AFC8-B999BD718CAB}" dt="2023-09-08T08:06:49.269" v="774" actId="26606"/>
          <ac:spMkLst>
            <pc:docMk/>
            <pc:sldMk cId="1553201126" sldId="264"/>
            <ac:spMk id="25" creationId="{40DC026F-444B-46C9-BCBE-329183BF5FE0}"/>
          </ac:spMkLst>
        </pc:spChg>
        <pc:picChg chg="add mod ord">
          <ac:chgData name="John PK LEONG (TP)" userId="111f5370-9e5f-4b91-8b88-3f16be600637" providerId="ADAL" clId="{3B93356A-F287-4939-AFC8-B999BD718CAB}" dt="2023-09-08T08:06:49.269" v="774" actId="26606"/>
          <ac:picMkLst>
            <pc:docMk/>
            <pc:sldMk cId="1553201126" sldId="264"/>
            <ac:picMk id="4" creationId="{76349D71-3DEE-3C60-672D-5E54A52EF0DF}"/>
          </ac:picMkLst>
        </pc:picChg>
        <pc:picChg chg="add del mod">
          <ac:chgData name="John PK LEONG (TP)" userId="111f5370-9e5f-4b91-8b88-3f16be600637" providerId="ADAL" clId="{3B93356A-F287-4939-AFC8-B999BD718CAB}" dt="2023-09-08T08:06:10.490" v="766" actId="478"/>
          <ac:picMkLst>
            <pc:docMk/>
            <pc:sldMk cId="1553201126" sldId="264"/>
            <ac:picMk id="5" creationId="{09CE1689-3988-61FE-892F-5E9CCD70AB54}"/>
          </ac:picMkLst>
        </pc:picChg>
        <pc:picChg chg="add del mod">
          <ac:chgData name="John PK LEONG (TP)" userId="111f5370-9e5f-4b91-8b88-3f16be600637" providerId="ADAL" clId="{3B93356A-F287-4939-AFC8-B999BD718CAB}" dt="2023-09-08T08:06:46.560" v="773" actId="478"/>
          <ac:picMkLst>
            <pc:docMk/>
            <pc:sldMk cId="1553201126" sldId="264"/>
            <ac:picMk id="9" creationId="{C4321450-1EFC-C94E-0506-CE1CFF9CF433}"/>
          </ac:picMkLst>
        </pc:picChg>
        <pc:picChg chg="add mod">
          <ac:chgData name="John PK LEONG (TP)" userId="111f5370-9e5f-4b91-8b88-3f16be600637" providerId="ADAL" clId="{3B93356A-F287-4939-AFC8-B999BD718CAB}" dt="2023-09-08T08:07:01.347" v="775"/>
          <ac:picMkLst>
            <pc:docMk/>
            <pc:sldMk cId="1553201126" sldId="264"/>
            <ac:picMk id="14" creationId="{17A5266B-92CD-3F38-2061-14FF590BCC5D}"/>
          </ac:picMkLst>
        </pc:picChg>
        <pc:cxnChg chg="add del">
          <ac:chgData name="John PK LEONG (TP)" userId="111f5370-9e5f-4b91-8b88-3f16be600637" providerId="ADAL" clId="{3B93356A-F287-4939-AFC8-B999BD718CAB}" dt="2023-09-08T08:06:13.596" v="767" actId="26606"/>
          <ac:cxnSpMkLst>
            <pc:docMk/>
            <pc:sldMk cId="1553201126" sldId="264"/>
            <ac:cxnSpMk id="13" creationId="{F0748755-DDBC-46D0-91EC-1212A8EE2B40}"/>
          </ac:cxnSpMkLst>
        </pc:cxnChg>
        <pc:cxnChg chg="add del">
          <ac:chgData name="John PK LEONG (TP)" userId="111f5370-9e5f-4b91-8b88-3f16be600637" providerId="ADAL" clId="{3B93356A-F287-4939-AFC8-B999BD718CAB}" dt="2023-09-08T08:06:49.269" v="774" actId="26606"/>
          <ac:cxnSpMkLst>
            <pc:docMk/>
            <pc:sldMk cId="1553201126" sldId="264"/>
            <ac:cxnSpMk id="20" creationId="{F0748755-DDBC-46D0-91EC-1212A8EE2B40}"/>
          </ac:cxnSpMkLst>
        </pc:cxnChg>
        <pc:cxnChg chg="add">
          <ac:chgData name="John PK LEONG (TP)" userId="111f5370-9e5f-4b91-8b88-3f16be600637" providerId="ADAL" clId="{3B93356A-F287-4939-AFC8-B999BD718CAB}" dt="2023-09-08T08:06:49.269" v="774" actId="26606"/>
          <ac:cxnSpMkLst>
            <pc:docMk/>
            <pc:sldMk cId="1553201126" sldId="264"/>
            <ac:cxnSpMk id="27" creationId="{F0748755-DDBC-46D0-91EC-1212A8EE2B40}"/>
          </ac:cxnSpMkLst>
        </pc:cxnChg>
      </pc:sldChg>
      <pc:sldChg chg="addSp modSp new mod setBg">
        <pc:chgData name="John PK LEONG (TP)" userId="111f5370-9e5f-4b91-8b88-3f16be600637" providerId="ADAL" clId="{3B93356A-F287-4939-AFC8-B999BD718CAB}" dt="2023-09-08T08:22:01.976" v="870" actId="1076"/>
        <pc:sldMkLst>
          <pc:docMk/>
          <pc:sldMk cId="2049727090" sldId="265"/>
        </pc:sldMkLst>
        <pc:spChg chg="mod">
          <ac:chgData name="John PK LEONG (TP)" userId="111f5370-9e5f-4b91-8b88-3f16be600637" providerId="ADAL" clId="{3B93356A-F287-4939-AFC8-B999BD718CAB}" dt="2023-09-08T08:17:52.456" v="814" actId="26606"/>
          <ac:spMkLst>
            <pc:docMk/>
            <pc:sldMk cId="2049727090" sldId="265"/>
            <ac:spMk id="2" creationId="{B6E64B95-C8E0-31B4-CA8B-917C7A2BC1E8}"/>
          </ac:spMkLst>
        </pc:spChg>
        <pc:spChg chg="mod">
          <ac:chgData name="John PK LEONG (TP)" userId="111f5370-9e5f-4b91-8b88-3f16be600637" providerId="ADAL" clId="{3B93356A-F287-4939-AFC8-B999BD718CAB}" dt="2023-09-08T08:17:52.456" v="814" actId="26606"/>
          <ac:spMkLst>
            <pc:docMk/>
            <pc:sldMk cId="2049727090" sldId="265"/>
            <ac:spMk id="3" creationId="{99D132A9-827E-7EE6-36E0-A1A13ABB22C1}"/>
          </ac:spMkLst>
        </pc:spChg>
        <pc:spChg chg="add mod">
          <ac:chgData name="John PK LEONG (TP)" userId="111f5370-9e5f-4b91-8b88-3f16be600637" providerId="ADAL" clId="{3B93356A-F287-4939-AFC8-B999BD718CAB}" dt="2023-09-08T08:19:53.025" v="837" actId="1076"/>
          <ac:spMkLst>
            <pc:docMk/>
            <pc:sldMk cId="2049727090" sldId="265"/>
            <ac:spMk id="6" creationId="{CE633049-2A71-DF47-64FA-0F68738F55F7}"/>
          </ac:spMkLst>
        </pc:spChg>
        <pc:spChg chg="add">
          <ac:chgData name="John PK LEONG (TP)" userId="111f5370-9e5f-4b91-8b88-3f16be600637" providerId="ADAL" clId="{3B93356A-F287-4939-AFC8-B999BD718CAB}" dt="2023-09-08T08:19:59.129" v="838" actId="11529"/>
          <ac:spMkLst>
            <pc:docMk/>
            <pc:sldMk cId="2049727090" sldId="265"/>
            <ac:spMk id="7" creationId="{91792144-0A17-5F9B-1865-5BFCC709C755}"/>
          </ac:spMkLst>
        </pc:spChg>
        <pc:spChg chg="add mod">
          <ac:chgData name="John PK LEONG (TP)" userId="111f5370-9e5f-4b91-8b88-3f16be600637" providerId="ADAL" clId="{3B93356A-F287-4939-AFC8-B999BD718CAB}" dt="2023-09-08T08:20:06.462" v="843" actId="1076"/>
          <ac:spMkLst>
            <pc:docMk/>
            <pc:sldMk cId="2049727090" sldId="265"/>
            <ac:spMk id="8" creationId="{5F6302B3-BECB-2B93-4E65-573605CDB219}"/>
          </ac:spMkLst>
        </pc:spChg>
        <pc:spChg chg="add">
          <ac:chgData name="John PK LEONG (TP)" userId="111f5370-9e5f-4b91-8b88-3f16be600637" providerId="ADAL" clId="{3B93356A-F287-4939-AFC8-B999BD718CAB}" dt="2023-09-08T08:17:52.456" v="814" actId="26606"/>
          <ac:spMkLst>
            <pc:docMk/>
            <pc:sldMk cId="2049727090" sldId="265"/>
            <ac:spMk id="9" creationId="{A3B168A7-66FE-4359-9866-CBB841A729E6}"/>
          </ac:spMkLst>
        </pc:spChg>
        <pc:spChg chg="add mod">
          <ac:chgData name="John PK LEONG (TP)" userId="111f5370-9e5f-4b91-8b88-3f16be600637" providerId="ADAL" clId="{3B93356A-F287-4939-AFC8-B999BD718CAB}" dt="2023-09-08T08:20:13.412" v="846" actId="1076"/>
          <ac:spMkLst>
            <pc:docMk/>
            <pc:sldMk cId="2049727090" sldId="265"/>
            <ac:spMk id="10" creationId="{0B4F9656-E523-435B-0B79-9382342942C9}"/>
          </ac:spMkLst>
        </pc:spChg>
        <pc:spChg chg="add mod">
          <ac:chgData name="John PK LEONG (TP)" userId="111f5370-9e5f-4b91-8b88-3f16be600637" providerId="ADAL" clId="{3B93356A-F287-4939-AFC8-B999BD718CAB}" dt="2023-09-08T08:20:12.172" v="845" actId="1076"/>
          <ac:spMkLst>
            <pc:docMk/>
            <pc:sldMk cId="2049727090" sldId="265"/>
            <ac:spMk id="12" creationId="{3FA525FA-73B2-5110-0253-E9FEDC99973A}"/>
          </ac:spMkLst>
        </pc:spChg>
        <pc:spChg chg="add mod">
          <ac:chgData name="John PK LEONG (TP)" userId="111f5370-9e5f-4b91-8b88-3f16be600637" providerId="ADAL" clId="{3B93356A-F287-4939-AFC8-B999BD718CAB}" dt="2023-09-08T08:20:26.965" v="848" actId="1076"/>
          <ac:spMkLst>
            <pc:docMk/>
            <pc:sldMk cId="2049727090" sldId="265"/>
            <ac:spMk id="13" creationId="{C7838D2C-E6C1-1622-703F-74E22C0FF3C0}"/>
          </ac:spMkLst>
        </pc:spChg>
        <pc:spChg chg="add mod">
          <ac:chgData name="John PK LEONG (TP)" userId="111f5370-9e5f-4b91-8b88-3f16be600637" providerId="ADAL" clId="{3B93356A-F287-4939-AFC8-B999BD718CAB}" dt="2023-09-08T08:20:54.795" v="852" actId="1076"/>
          <ac:spMkLst>
            <pc:docMk/>
            <pc:sldMk cId="2049727090" sldId="265"/>
            <ac:spMk id="16" creationId="{B7EB3A57-EA65-3651-8173-36AD495D4E1D}"/>
          </ac:spMkLst>
        </pc:spChg>
        <pc:spChg chg="add mod">
          <ac:chgData name="John PK LEONG (TP)" userId="111f5370-9e5f-4b91-8b88-3f16be600637" providerId="ADAL" clId="{3B93356A-F287-4939-AFC8-B999BD718CAB}" dt="2023-09-08T08:20:59.920" v="854" actId="1076"/>
          <ac:spMkLst>
            <pc:docMk/>
            <pc:sldMk cId="2049727090" sldId="265"/>
            <ac:spMk id="17" creationId="{0B53B0D6-CFDD-9987-464C-405A1BBABCBB}"/>
          </ac:spMkLst>
        </pc:spChg>
        <pc:spChg chg="add mod">
          <ac:chgData name="John PK LEONG (TP)" userId="111f5370-9e5f-4b91-8b88-3f16be600637" providerId="ADAL" clId="{3B93356A-F287-4939-AFC8-B999BD718CAB}" dt="2023-09-08T08:21:04.978" v="856" actId="1076"/>
          <ac:spMkLst>
            <pc:docMk/>
            <pc:sldMk cId="2049727090" sldId="265"/>
            <ac:spMk id="18" creationId="{07AFAB96-C224-54E2-9E7F-7DEA8DAACE8C}"/>
          </ac:spMkLst>
        </pc:spChg>
        <pc:spChg chg="add mod">
          <ac:chgData name="John PK LEONG (TP)" userId="111f5370-9e5f-4b91-8b88-3f16be600637" providerId="ADAL" clId="{3B93356A-F287-4939-AFC8-B999BD718CAB}" dt="2023-09-08T08:21:14.753" v="858" actId="1076"/>
          <ac:spMkLst>
            <pc:docMk/>
            <pc:sldMk cId="2049727090" sldId="265"/>
            <ac:spMk id="19" creationId="{A3AE4A9F-0ABA-649D-EBDA-C48AB083D169}"/>
          </ac:spMkLst>
        </pc:spChg>
        <pc:spChg chg="add mod">
          <ac:chgData name="John PK LEONG (TP)" userId="111f5370-9e5f-4b91-8b88-3f16be600637" providerId="ADAL" clId="{3B93356A-F287-4939-AFC8-B999BD718CAB}" dt="2023-09-08T08:21:19.925" v="860" actId="1076"/>
          <ac:spMkLst>
            <pc:docMk/>
            <pc:sldMk cId="2049727090" sldId="265"/>
            <ac:spMk id="20" creationId="{5F67542D-33A6-6636-0943-06681B9AAD0F}"/>
          </ac:spMkLst>
        </pc:spChg>
        <pc:spChg chg="add mod">
          <ac:chgData name="John PK LEONG (TP)" userId="111f5370-9e5f-4b91-8b88-3f16be600637" providerId="ADAL" clId="{3B93356A-F287-4939-AFC8-B999BD718CAB}" dt="2023-09-08T08:21:20.662" v="861"/>
          <ac:spMkLst>
            <pc:docMk/>
            <pc:sldMk cId="2049727090" sldId="265"/>
            <ac:spMk id="21" creationId="{086A8BB6-E3EE-05DB-A412-9FF6234ADADC}"/>
          </ac:spMkLst>
        </pc:spChg>
        <pc:spChg chg="add mod">
          <ac:chgData name="John PK LEONG (TP)" userId="111f5370-9e5f-4b91-8b88-3f16be600637" providerId="ADAL" clId="{3B93356A-F287-4939-AFC8-B999BD718CAB}" dt="2023-09-08T08:21:34.080" v="863" actId="1076"/>
          <ac:spMkLst>
            <pc:docMk/>
            <pc:sldMk cId="2049727090" sldId="265"/>
            <ac:spMk id="22" creationId="{DA0665EA-46F6-5EBD-B9CD-BC391188E039}"/>
          </ac:spMkLst>
        </pc:spChg>
        <pc:spChg chg="add mod">
          <ac:chgData name="John PK LEONG (TP)" userId="111f5370-9e5f-4b91-8b88-3f16be600637" providerId="ADAL" clId="{3B93356A-F287-4939-AFC8-B999BD718CAB}" dt="2023-09-08T08:22:01.976" v="870" actId="1076"/>
          <ac:spMkLst>
            <pc:docMk/>
            <pc:sldMk cId="2049727090" sldId="265"/>
            <ac:spMk id="23" creationId="{328141F4-1B71-7CB7-87D0-F798EA62CFB3}"/>
          </ac:spMkLst>
        </pc:spChg>
        <pc:picChg chg="add mod">
          <ac:chgData name="John PK LEONG (TP)" userId="111f5370-9e5f-4b91-8b88-3f16be600637" providerId="ADAL" clId="{3B93356A-F287-4939-AFC8-B999BD718CAB}" dt="2023-09-08T08:20:46.593" v="850" actId="1076"/>
          <ac:picMkLst>
            <pc:docMk/>
            <pc:sldMk cId="2049727090" sldId="265"/>
            <ac:picMk id="4" creationId="{A314177E-0999-2208-D9A5-87DD82F7793D}"/>
          </ac:picMkLst>
        </pc:picChg>
        <pc:picChg chg="add mod">
          <ac:chgData name="John PK LEONG (TP)" userId="111f5370-9e5f-4b91-8b88-3f16be600637" providerId="ADAL" clId="{3B93356A-F287-4939-AFC8-B999BD718CAB}" dt="2023-09-08T08:19:02.174" v="822" actId="1076"/>
          <ac:picMkLst>
            <pc:docMk/>
            <pc:sldMk cId="2049727090" sldId="265"/>
            <ac:picMk id="5" creationId="{2B474587-38FA-C154-ED84-88FFC16D793B}"/>
          </ac:picMkLst>
        </pc:picChg>
        <pc:cxnChg chg="add">
          <ac:chgData name="John PK LEONG (TP)" userId="111f5370-9e5f-4b91-8b88-3f16be600637" providerId="ADAL" clId="{3B93356A-F287-4939-AFC8-B999BD718CAB}" dt="2023-09-08T08:17:52.456" v="814" actId="26606"/>
          <ac:cxnSpMkLst>
            <pc:docMk/>
            <pc:sldMk cId="2049727090" sldId="265"/>
            <ac:cxnSpMk id="11" creationId="{F0748755-DDBC-46D0-91EC-1212A8EE2B40}"/>
          </ac:cxnSpMkLst>
        </pc:cxnChg>
        <pc:cxnChg chg="add">
          <ac:chgData name="John PK LEONG (TP)" userId="111f5370-9e5f-4b91-8b88-3f16be600637" providerId="ADAL" clId="{3B93356A-F287-4939-AFC8-B999BD718CAB}" dt="2023-09-08T08:20:33.589" v="849" actId="11529"/>
          <ac:cxnSpMkLst>
            <pc:docMk/>
            <pc:sldMk cId="2049727090" sldId="265"/>
            <ac:cxnSpMk id="15" creationId="{5C28C823-AC93-8C14-14EF-441DB50921AF}"/>
          </ac:cxnSpMkLst>
        </pc:cxnChg>
      </pc:sldChg>
      <pc:sldChg chg="addSp delSp modSp new mod modAnim">
        <pc:chgData name="John PK LEONG (TP)" userId="111f5370-9e5f-4b91-8b88-3f16be600637" providerId="ADAL" clId="{3B93356A-F287-4939-AFC8-B999BD718CAB}" dt="2023-09-08T08:29:05.645" v="915"/>
        <pc:sldMkLst>
          <pc:docMk/>
          <pc:sldMk cId="2972423523" sldId="266"/>
        </pc:sldMkLst>
        <pc:spChg chg="mod">
          <ac:chgData name="John PK LEONG (TP)" userId="111f5370-9e5f-4b91-8b88-3f16be600637" providerId="ADAL" clId="{3B93356A-F287-4939-AFC8-B999BD718CAB}" dt="2023-09-08T08:27:13.963" v="885" actId="20577"/>
          <ac:spMkLst>
            <pc:docMk/>
            <pc:sldMk cId="2972423523" sldId="266"/>
            <ac:spMk id="2" creationId="{92A48A1C-7304-3576-5036-0122A0FE8D46}"/>
          </ac:spMkLst>
        </pc:spChg>
        <pc:spChg chg="del">
          <ac:chgData name="John PK LEONG (TP)" userId="111f5370-9e5f-4b91-8b88-3f16be600637" providerId="ADAL" clId="{3B93356A-F287-4939-AFC8-B999BD718CAB}" dt="2023-09-08T08:27:24.537" v="886"/>
          <ac:spMkLst>
            <pc:docMk/>
            <pc:sldMk cId="2972423523" sldId="266"/>
            <ac:spMk id="3" creationId="{1752465C-EE8B-F8CC-77D2-B1EBA984F886}"/>
          </ac:spMkLst>
        </pc:spChg>
        <pc:spChg chg="add mod">
          <ac:chgData name="John PK LEONG (TP)" userId="111f5370-9e5f-4b91-8b88-3f16be600637" providerId="ADAL" clId="{3B93356A-F287-4939-AFC8-B999BD718CAB}" dt="2023-09-08T08:27:50.321" v="892" actId="692"/>
          <ac:spMkLst>
            <pc:docMk/>
            <pc:sldMk cId="2972423523" sldId="266"/>
            <ac:spMk id="5" creationId="{624E3DCA-4E5C-8E73-D8A3-91711FB0485D}"/>
          </ac:spMkLst>
        </pc:spChg>
        <pc:picChg chg="add mod">
          <ac:chgData name="John PK LEONG (TP)" userId="111f5370-9e5f-4b91-8b88-3f16be600637" providerId="ADAL" clId="{3B93356A-F287-4939-AFC8-B999BD718CAB}" dt="2023-09-08T08:27:24.537" v="886"/>
          <ac:picMkLst>
            <pc:docMk/>
            <pc:sldMk cId="2972423523" sldId="266"/>
            <ac:picMk id="4" creationId="{436B4D29-5F02-5C1F-470C-79920BF2C45E}"/>
          </ac:picMkLst>
        </pc:picChg>
      </pc:sldChg>
      <pc:sldChg chg="addSp delSp modSp new mod modAnim">
        <pc:chgData name="John PK LEONG (TP)" userId="111f5370-9e5f-4b91-8b88-3f16be600637" providerId="ADAL" clId="{3B93356A-F287-4939-AFC8-B999BD718CAB}" dt="2023-09-08T08:29:15.018" v="916"/>
        <pc:sldMkLst>
          <pc:docMk/>
          <pc:sldMk cId="1191615582" sldId="267"/>
        </pc:sldMkLst>
        <pc:spChg chg="mod">
          <ac:chgData name="John PK LEONG (TP)" userId="111f5370-9e5f-4b91-8b88-3f16be600637" providerId="ADAL" clId="{3B93356A-F287-4939-AFC8-B999BD718CAB}" dt="2023-09-08T08:28:03.223" v="906" actId="20577"/>
          <ac:spMkLst>
            <pc:docMk/>
            <pc:sldMk cId="1191615582" sldId="267"/>
            <ac:spMk id="2" creationId="{87C6AC3B-4359-AB48-1261-5D7D0855E358}"/>
          </ac:spMkLst>
        </pc:spChg>
        <pc:spChg chg="del">
          <ac:chgData name="John PK LEONG (TP)" userId="111f5370-9e5f-4b91-8b88-3f16be600637" providerId="ADAL" clId="{3B93356A-F287-4939-AFC8-B999BD718CAB}" dt="2023-09-08T08:28:23.801" v="907"/>
          <ac:spMkLst>
            <pc:docMk/>
            <pc:sldMk cId="1191615582" sldId="267"/>
            <ac:spMk id="3" creationId="{AB54CB52-5DD5-D6B0-7BA3-B33CEC7914B2}"/>
          </ac:spMkLst>
        </pc:spChg>
        <pc:spChg chg="add mod">
          <ac:chgData name="John PK LEONG (TP)" userId="111f5370-9e5f-4b91-8b88-3f16be600637" providerId="ADAL" clId="{3B93356A-F287-4939-AFC8-B999BD718CAB}" dt="2023-09-08T08:28:48.355" v="914" actId="692"/>
          <ac:spMkLst>
            <pc:docMk/>
            <pc:sldMk cId="1191615582" sldId="267"/>
            <ac:spMk id="5" creationId="{83A6FB7D-5FF7-10A0-AC96-82B13D524CE2}"/>
          </ac:spMkLst>
        </pc:spChg>
        <pc:picChg chg="add mod">
          <ac:chgData name="John PK LEONG (TP)" userId="111f5370-9e5f-4b91-8b88-3f16be600637" providerId="ADAL" clId="{3B93356A-F287-4939-AFC8-B999BD718CAB}" dt="2023-09-08T08:28:23.801" v="907"/>
          <ac:picMkLst>
            <pc:docMk/>
            <pc:sldMk cId="1191615582" sldId="267"/>
            <ac:picMk id="4" creationId="{F46A2AE0-BECC-2BEE-9A5A-AE607EC511DA}"/>
          </ac:picMkLst>
        </pc:picChg>
      </pc:sldChg>
      <pc:sldChg chg="addSp delSp modSp new mod modAnim">
        <pc:chgData name="John PK LEONG (TP)" userId="111f5370-9e5f-4b91-8b88-3f16be600637" providerId="ADAL" clId="{3B93356A-F287-4939-AFC8-B999BD718CAB}" dt="2023-09-08T08:43:17.690" v="1015"/>
        <pc:sldMkLst>
          <pc:docMk/>
          <pc:sldMk cId="1298156744" sldId="268"/>
        </pc:sldMkLst>
        <pc:spChg chg="mod">
          <ac:chgData name="John PK LEONG (TP)" userId="111f5370-9e5f-4b91-8b88-3f16be600637" providerId="ADAL" clId="{3B93356A-F287-4939-AFC8-B999BD718CAB}" dt="2023-09-08T08:41:37.540" v="985" actId="20577"/>
          <ac:spMkLst>
            <pc:docMk/>
            <pc:sldMk cId="1298156744" sldId="268"/>
            <ac:spMk id="2" creationId="{98B43C27-1C8C-F79D-040C-D10CDF625A4B}"/>
          </ac:spMkLst>
        </pc:spChg>
        <pc:spChg chg="del">
          <ac:chgData name="John PK LEONG (TP)" userId="111f5370-9e5f-4b91-8b88-3f16be600637" providerId="ADAL" clId="{3B93356A-F287-4939-AFC8-B999BD718CAB}" dt="2023-09-08T08:41:29.547" v="977"/>
          <ac:spMkLst>
            <pc:docMk/>
            <pc:sldMk cId="1298156744" sldId="268"/>
            <ac:spMk id="3" creationId="{E07DF080-8D3F-659C-7A15-E9340D1B4BD8}"/>
          </ac:spMkLst>
        </pc:spChg>
        <pc:spChg chg="add mod">
          <ac:chgData name="John PK LEONG (TP)" userId="111f5370-9e5f-4b91-8b88-3f16be600637" providerId="ADAL" clId="{3B93356A-F287-4939-AFC8-B999BD718CAB}" dt="2023-09-08T08:42:16.884" v="993" actId="1076"/>
          <ac:spMkLst>
            <pc:docMk/>
            <pc:sldMk cId="1298156744" sldId="268"/>
            <ac:spMk id="5" creationId="{51D6EBEB-AC5E-261C-9F94-EED7ACC43E2C}"/>
          </ac:spMkLst>
        </pc:spChg>
        <pc:spChg chg="add mod">
          <ac:chgData name="John PK LEONG (TP)" userId="111f5370-9e5f-4b91-8b88-3f16be600637" providerId="ADAL" clId="{3B93356A-F287-4939-AFC8-B999BD718CAB}" dt="2023-09-08T08:42:25.050" v="1000" actId="20577"/>
          <ac:spMkLst>
            <pc:docMk/>
            <pc:sldMk cId="1298156744" sldId="268"/>
            <ac:spMk id="6" creationId="{AD4814CB-EC17-67D0-B5FE-6F53BB00B999}"/>
          </ac:spMkLst>
        </pc:spChg>
        <pc:spChg chg="add mod">
          <ac:chgData name="John PK LEONG (TP)" userId="111f5370-9e5f-4b91-8b88-3f16be600637" providerId="ADAL" clId="{3B93356A-F287-4939-AFC8-B999BD718CAB}" dt="2023-09-08T08:42:43.572" v="1004" actId="1076"/>
          <ac:spMkLst>
            <pc:docMk/>
            <pc:sldMk cId="1298156744" sldId="268"/>
            <ac:spMk id="7" creationId="{BE1A5DC1-E97D-2BF2-2558-5241FF45DB8F}"/>
          </ac:spMkLst>
        </pc:spChg>
        <pc:spChg chg="add mod">
          <ac:chgData name="John PK LEONG (TP)" userId="111f5370-9e5f-4b91-8b88-3f16be600637" providerId="ADAL" clId="{3B93356A-F287-4939-AFC8-B999BD718CAB}" dt="2023-09-08T08:42:59.272" v="1013" actId="1076"/>
          <ac:spMkLst>
            <pc:docMk/>
            <pc:sldMk cId="1298156744" sldId="268"/>
            <ac:spMk id="8" creationId="{B80973B0-7E17-8E08-5DD8-A22AD50ADC53}"/>
          </ac:spMkLst>
        </pc:spChg>
        <pc:picChg chg="add mod">
          <ac:chgData name="John PK LEONG (TP)" userId="111f5370-9e5f-4b91-8b88-3f16be600637" providerId="ADAL" clId="{3B93356A-F287-4939-AFC8-B999BD718CAB}" dt="2023-09-08T08:41:29.547" v="977"/>
          <ac:picMkLst>
            <pc:docMk/>
            <pc:sldMk cId="1298156744" sldId="268"/>
            <ac:picMk id="4" creationId="{0B040B7A-589D-49E8-7B9D-9CA7518DE108}"/>
          </ac:picMkLst>
        </pc:picChg>
      </pc:sldChg>
      <pc:sldChg chg="addSp delSp modSp new mod setBg modAnim">
        <pc:chgData name="John PK LEONG (TP)" userId="111f5370-9e5f-4b91-8b88-3f16be600637" providerId="ADAL" clId="{3B93356A-F287-4939-AFC8-B999BD718CAB}" dt="2023-09-08T08:48:55.585" v="1124"/>
        <pc:sldMkLst>
          <pc:docMk/>
          <pc:sldMk cId="3117034262" sldId="269"/>
        </pc:sldMkLst>
        <pc:spChg chg="mod">
          <ac:chgData name="John PK LEONG (TP)" userId="111f5370-9e5f-4b91-8b88-3f16be600637" providerId="ADAL" clId="{3B93356A-F287-4939-AFC8-B999BD718CAB}" dt="2023-09-08T08:43:53.334" v="1018" actId="26606"/>
          <ac:spMkLst>
            <pc:docMk/>
            <pc:sldMk cId="3117034262" sldId="269"/>
            <ac:spMk id="2" creationId="{6AAB660E-3633-445A-2A5A-C5C5D2057B2D}"/>
          </ac:spMkLst>
        </pc:spChg>
        <pc:spChg chg="del">
          <ac:chgData name="John PK LEONG (TP)" userId="111f5370-9e5f-4b91-8b88-3f16be600637" providerId="ADAL" clId="{3B93356A-F287-4939-AFC8-B999BD718CAB}" dt="2023-09-08T08:33:11.223" v="939"/>
          <ac:spMkLst>
            <pc:docMk/>
            <pc:sldMk cId="3117034262" sldId="269"/>
            <ac:spMk id="3" creationId="{460739CB-96BE-6FBA-33B6-B08220035498}"/>
          </ac:spMkLst>
        </pc:spChg>
        <pc:spChg chg="add mod">
          <ac:chgData name="John PK LEONG (TP)" userId="111f5370-9e5f-4b91-8b88-3f16be600637" providerId="ADAL" clId="{3B93356A-F287-4939-AFC8-B999BD718CAB}" dt="2023-09-08T08:46:01.834" v="1032" actId="164"/>
          <ac:spMkLst>
            <pc:docMk/>
            <pc:sldMk cId="3117034262" sldId="269"/>
            <ac:spMk id="6" creationId="{B4EAFF76-850A-456E-2AB7-8CF08B5ECCD7}"/>
          </ac:spMkLst>
        </pc:spChg>
        <pc:spChg chg="add mod">
          <ac:chgData name="John PK LEONG (TP)" userId="111f5370-9e5f-4b91-8b88-3f16be600637" providerId="ADAL" clId="{3B93356A-F287-4939-AFC8-B999BD718CAB}" dt="2023-09-08T08:46:01.834" v="1032" actId="164"/>
          <ac:spMkLst>
            <pc:docMk/>
            <pc:sldMk cId="3117034262" sldId="269"/>
            <ac:spMk id="7" creationId="{5EC8F461-298B-5D03-8C8F-FA59ACD20EDD}"/>
          </ac:spMkLst>
        </pc:spChg>
        <pc:spChg chg="add mod">
          <ac:chgData name="John PK LEONG (TP)" userId="111f5370-9e5f-4b91-8b88-3f16be600637" providerId="ADAL" clId="{3B93356A-F287-4939-AFC8-B999BD718CAB}" dt="2023-09-08T08:46:01.834" v="1032" actId="164"/>
          <ac:spMkLst>
            <pc:docMk/>
            <pc:sldMk cId="3117034262" sldId="269"/>
            <ac:spMk id="8" creationId="{2A683C52-41CC-27C7-9B0D-E1D3E40E828A}"/>
          </ac:spMkLst>
        </pc:spChg>
        <pc:spChg chg="add del">
          <ac:chgData name="John PK LEONG (TP)" userId="111f5370-9e5f-4b91-8b88-3f16be600637" providerId="ADAL" clId="{3B93356A-F287-4939-AFC8-B999BD718CAB}" dt="2023-09-08T08:43:53.334" v="1018" actId="26606"/>
          <ac:spMkLst>
            <pc:docMk/>
            <pc:sldMk cId="3117034262" sldId="269"/>
            <ac:spMk id="11" creationId="{511C99DC-C3C5-4EBE-91DD-345109C3D6E0}"/>
          </ac:spMkLst>
        </pc:spChg>
        <pc:spChg chg="add mod">
          <ac:chgData name="John PK LEONG (TP)" userId="111f5370-9e5f-4b91-8b88-3f16be600637" providerId="ADAL" clId="{3B93356A-F287-4939-AFC8-B999BD718CAB}" dt="2023-09-08T08:47:43.691" v="1108" actId="164"/>
          <ac:spMkLst>
            <pc:docMk/>
            <pc:sldMk cId="3117034262" sldId="269"/>
            <ac:spMk id="12" creationId="{1A480CB5-754D-8E59-8129-13E97754C860}"/>
          </ac:spMkLst>
        </pc:spChg>
        <pc:spChg chg="add mod">
          <ac:chgData name="John PK LEONG (TP)" userId="111f5370-9e5f-4b91-8b88-3f16be600637" providerId="ADAL" clId="{3B93356A-F287-4939-AFC8-B999BD718CAB}" dt="2023-09-08T08:47:43.691" v="1108" actId="164"/>
          <ac:spMkLst>
            <pc:docMk/>
            <pc:sldMk cId="3117034262" sldId="269"/>
            <ac:spMk id="14" creationId="{50725E09-71AD-DA7C-CF4B-4E4C5BBCC36D}"/>
          </ac:spMkLst>
        </pc:spChg>
        <pc:spChg chg="add mod">
          <ac:chgData name="John PK LEONG (TP)" userId="111f5370-9e5f-4b91-8b88-3f16be600637" providerId="ADAL" clId="{3B93356A-F287-4939-AFC8-B999BD718CAB}" dt="2023-09-08T08:47:43.691" v="1108" actId="164"/>
          <ac:spMkLst>
            <pc:docMk/>
            <pc:sldMk cId="3117034262" sldId="269"/>
            <ac:spMk id="15" creationId="{5A3B2122-717A-9CA4-4BAA-08FE04D22276}"/>
          </ac:spMkLst>
        </pc:spChg>
        <pc:spChg chg="add del">
          <ac:chgData name="John PK LEONG (TP)" userId="111f5370-9e5f-4b91-8b88-3f16be600637" providerId="ADAL" clId="{3B93356A-F287-4939-AFC8-B999BD718CAB}" dt="2023-09-08T08:48:03.087" v="1110" actId="11529"/>
          <ac:spMkLst>
            <pc:docMk/>
            <pc:sldMk cId="3117034262" sldId="269"/>
            <ac:spMk id="17" creationId="{9A30D279-AE69-301E-996F-4FC73B1C8212}"/>
          </ac:spMkLst>
        </pc:spChg>
        <pc:spChg chg="add">
          <ac:chgData name="John PK LEONG (TP)" userId="111f5370-9e5f-4b91-8b88-3f16be600637" providerId="ADAL" clId="{3B93356A-F287-4939-AFC8-B999BD718CAB}" dt="2023-09-08T08:43:53.334" v="1018" actId="26606"/>
          <ac:spMkLst>
            <pc:docMk/>
            <pc:sldMk cId="3117034262" sldId="269"/>
            <ac:spMk id="20" creationId="{902D1A37-7C2A-4258-95A8-919D781C6992}"/>
          </ac:spMkLst>
        </pc:spChg>
        <pc:grpChg chg="add mod">
          <ac:chgData name="John PK LEONG (TP)" userId="111f5370-9e5f-4b91-8b88-3f16be600637" providerId="ADAL" clId="{3B93356A-F287-4939-AFC8-B999BD718CAB}" dt="2023-09-08T08:47:43.691" v="1108" actId="164"/>
          <ac:grpSpMkLst>
            <pc:docMk/>
            <pc:sldMk cId="3117034262" sldId="269"/>
            <ac:grpSpMk id="10" creationId="{131DEC8B-9962-9DE0-0E05-36B578C918BF}"/>
          </ac:grpSpMkLst>
        </pc:grpChg>
        <pc:grpChg chg="add mod">
          <ac:chgData name="John PK LEONG (TP)" userId="111f5370-9e5f-4b91-8b88-3f16be600637" providerId="ADAL" clId="{3B93356A-F287-4939-AFC8-B999BD718CAB}" dt="2023-09-08T08:47:43.691" v="1108" actId="164"/>
          <ac:grpSpMkLst>
            <pc:docMk/>
            <pc:sldMk cId="3117034262" sldId="269"/>
            <ac:grpSpMk id="16" creationId="{571DEAF5-6175-EB48-CE43-FE889F9F734F}"/>
          </ac:grpSpMkLst>
        </pc:grpChg>
        <pc:picChg chg="add mod">
          <ac:chgData name="John PK LEONG (TP)" userId="111f5370-9e5f-4b91-8b88-3f16be600637" providerId="ADAL" clId="{3B93356A-F287-4939-AFC8-B999BD718CAB}" dt="2023-09-08T08:46:16.263" v="1034" actId="1076"/>
          <ac:picMkLst>
            <pc:docMk/>
            <pc:sldMk cId="3117034262" sldId="269"/>
            <ac:picMk id="4" creationId="{1390AA40-397A-3090-3347-878EA4603B39}"/>
          </ac:picMkLst>
        </pc:picChg>
        <pc:picChg chg="add mod">
          <ac:chgData name="John PK LEONG (TP)" userId="111f5370-9e5f-4b91-8b88-3f16be600637" providerId="ADAL" clId="{3B93356A-F287-4939-AFC8-B999BD718CAB}" dt="2023-09-08T08:43:58.402" v="1019" actId="14100"/>
          <ac:picMkLst>
            <pc:docMk/>
            <pc:sldMk cId="3117034262" sldId="269"/>
            <ac:picMk id="5" creationId="{5AE09F30-9A00-6EDB-C34F-BA8953198862}"/>
          </ac:picMkLst>
        </pc:picChg>
        <pc:cxnChg chg="add del">
          <ac:chgData name="John PK LEONG (TP)" userId="111f5370-9e5f-4b91-8b88-3f16be600637" providerId="ADAL" clId="{3B93356A-F287-4939-AFC8-B999BD718CAB}" dt="2023-09-08T08:43:53.334" v="1018" actId="26606"/>
          <ac:cxnSpMkLst>
            <pc:docMk/>
            <pc:sldMk cId="3117034262" sldId="269"/>
            <ac:cxnSpMk id="9" creationId="{D8689CE0-64D2-447C-9C1F-872D111D8AC3}"/>
          </ac:cxnSpMkLst>
        </pc:cxnChg>
        <pc:cxnChg chg="add del">
          <ac:chgData name="John PK LEONG (TP)" userId="111f5370-9e5f-4b91-8b88-3f16be600637" providerId="ADAL" clId="{3B93356A-F287-4939-AFC8-B999BD718CAB}" dt="2023-09-08T08:43:53.334" v="1018" actId="26606"/>
          <ac:cxnSpMkLst>
            <pc:docMk/>
            <pc:sldMk cId="3117034262" sldId="269"/>
            <ac:cxnSpMk id="13" creationId="{B0AA360F-DECB-4836-8FB6-22C4BC3FB02D}"/>
          </ac:cxnSpMkLst>
        </pc:cxnChg>
        <pc:cxnChg chg="add">
          <ac:chgData name="John PK LEONG (TP)" userId="111f5370-9e5f-4b91-8b88-3f16be600637" providerId="ADAL" clId="{3B93356A-F287-4939-AFC8-B999BD718CAB}" dt="2023-09-08T08:43:53.334" v="1018" actId="26606"/>
          <ac:cxnSpMkLst>
            <pc:docMk/>
            <pc:sldMk cId="3117034262" sldId="269"/>
            <ac:cxnSpMk id="18" creationId="{D8689CE0-64D2-447C-9C1F-872D111D8AC3}"/>
          </ac:cxnSpMkLst>
        </pc:cxnChg>
        <pc:cxnChg chg="add mod">
          <ac:chgData name="John PK LEONG (TP)" userId="111f5370-9e5f-4b91-8b88-3f16be600637" providerId="ADAL" clId="{3B93356A-F287-4939-AFC8-B999BD718CAB}" dt="2023-09-08T08:48:17.319" v="1115" actId="692"/>
          <ac:cxnSpMkLst>
            <pc:docMk/>
            <pc:sldMk cId="3117034262" sldId="269"/>
            <ac:cxnSpMk id="21" creationId="{527BE38D-763B-F7A0-0F51-9B04F8BDF203}"/>
          </ac:cxnSpMkLst>
        </pc:cxnChg>
        <pc:cxnChg chg="add">
          <ac:chgData name="John PK LEONG (TP)" userId="111f5370-9e5f-4b91-8b88-3f16be600637" providerId="ADAL" clId="{3B93356A-F287-4939-AFC8-B999BD718CAB}" dt="2023-09-08T08:43:53.334" v="1018" actId="26606"/>
          <ac:cxnSpMkLst>
            <pc:docMk/>
            <pc:sldMk cId="3117034262" sldId="269"/>
            <ac:cxnSpMk id="22" creationId="{B0AA360F-DECB-4836-8FB6-22C4BC3FB02D}"/>
          </ac:cxnSpMkLst>
        </pc:cxnChg>
        <pc:cxnChg chg="add mod">
          <ac:chgData name="John PK LEONG (TP)" userId="111f5370-9e5f-4b91-8b88-3f16be600637" providerId="ADAL" clId="{3B93356A-F287-4939-AFC8-B999BD718CAB}" dt="2023-09-08T08:48:30.504" v="1118" actId="14100"/>
          <ac:cxnSpMkLst>
            <pc:docMk/>
            <pc:sldMk cId="3117034262" sldId="269"/>
            <ac:cxnSpMk id="23" creationId="{903B2527-0BF3-F8CD-E31D-B2A295A49E7E}"/>
          </ac:cxnSpMkLst>
        </pc:cxnChg>
        <pc:cxnChg chg="add mod">
          <ac:chgData name="John PK LEONG (TP)" userId="111f5370-9e5f-4b91-8b88-3f16be600637" providerId="ADAL" clId="{3B93356A-F287-4939-AFC8-B999BD718CAB}" dt="2023-09-08T08:48:39.872" v="1121" actId="14100"/>
          <ac:cxnSpMkLst>
            <pc:docMk/>
            <pc:sldMk cId="3117034262" sldId="269"/>
            <ac:cxnSpMk id="25" creationId="{98BE6262-774A-5179-6680-4C624366559C}"/>
          </ac:cxnSpMkLst>
        </pc:cxnChg>
      </pc:sldChg>
      <pc:sldChg chg="modSp new mod">
        <pc:chgData name="John PK LEONG (TP)" userId="111f5370-9e5f-4b91-8b88-3f16be600637" providerId="ADAL" clId="{3B93356A-F287-4939-AFC8-B999BD718CAB}" dt="2023-09-08T08:54:58.775" v="1234" actId="20577"/>
        <pc:sldMkLst>
          <pc:docMk/>
          <pc:sldMk cId="2695008232" sldId="270"/>
        </pc:sldMkLst>
        <pc:spChg chg="mod">
          <ac:chgData name="John PK LEONG (TP)" userId="111f5370-9e5f-4b91-8b88-3f16be600637" providerId="ADAL" clId="{3B93356A-F287-4939-AFC8-B999BD718CAB}" dt="2023-09-08T08:50:06.928" v="1156" actId="20577"/>
          <ac:spMkLst>
            <pc:docMk/>
            <pc:sldMk cId="2695008232" sldId="270"/>
            <ac:spMk id="2" creationId="{9FFB0D6C-1C36-0ECB-9093-D7C6D15D488A}"/>
          </ac:spMkLst>
        </pc:spChg>
        <pc:spChg chg="mod">
          <ac:chgData name="John PK LEONG (TP)" userId="111f5370-9e5f-4b91-8b88-3f16be600637" providerId="ADAL" clId="{3B93356A-F287-4939-AFC8-B999BD718CAB}" dt="2023-09-08T08:54:58.775" v="1234" actId="20577"/>
          <ac:spMkLst>
            <pc:docMk/>
            <pc:sldMk cId="2695008232" sldId="270"/>
            <ac:spMk id="3" creationId="{390A58FF-5F8D-5A91-4C39-D3D0B62610D5}"/>
          </ac:spMkLst>
        </pc:spChg>
      </pc:sldChg>
      <pc:sldMasterChg chg="add del addSldLayout delSldLayout">
        <pc:chgData name="John PK LEONG (TP)" userId="111f5370-9e5f-4b91-8b88-3f16be600637" providerId="ADAL" clId="{3B93356A-F287-4939-AFC8-B999BD718CAB}" dt="2023-09-07T09:48:22.559" v="25" actId="26606"/>
        <pc:sldMasterMkLst>
          <pc:docMk/>
          <pc:sldMasterMk cId="3516659484" sldId="2147483648"/>
        </pc:sldMasterMkLst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1395034126" sldId="2147483649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3129276793" sldId="2147483650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3783086065" sldId="2147483651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439912664" sldId="2147483652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3410871729" sldId="2147483653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1850957427" sldId="2147483654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1517807042" sldId="2147483655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3694895335" sldId="2147483656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4192769311" sldId="2147483657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145439719" sldId="2147483658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3516659484" sldId="2147483648"/>
            <pc:sldLayoutMk cId="1451916556" sldId="2147483659"/>
          </pc:sldLayoutMkLst>
        </pc:sldLayoutChg>
      </pc:sldMasterChg>
      <pc:sldMasterChg chg="add replId addSldLayout">
        <pc:chgData name="John PK LEONG (TP)" userId="111f5370-9e5f-4b91-8b88-3f16be600637" providerId="ADAL" clId="{3B93356A-F287-4939-AFC8-B999BD718CAB}" dt="2023-09-07T09:48:22.559" v="25" actId="26606"/>
        <pc:sldMasterMkLst>
          <pc:docMk/>
          <pc:sldMasterMk cId="404023189" sldId="2147483660"/>
        </pc:sldMasterMkLst>
        <pc:sldLayoutChg chg="ad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1969852135" sldId="2147483661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3779930069" sldId="2147483662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2231573092" sldId="2147483663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1775869962" sldId="2147483664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2310234503" sldId="2147483665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136230948" sldId="2147483666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891738936" sldId="2147483667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1936586949" sldId="2147483668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1686469342" sldId="2147483669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724603074" sldId="2147483670"/>
          </pc:sldLayoutMkLst>
        </pc:sldLayoutChg>
        <pc:sldLayoutChg chg="add replId">
          <pc:chgData name="John PK LEONG (TP)" userId="111f5370-9e5f-4b91-8b88-3f16be600637" providerId="ADAL" clId="{3B93356A-F287-4939-AFC8-B999BD718CAB}" dt="2023-09-07T09:48:22.559" v="25" actId="26606"/>
          <pc:sldLayoutMkLst>
            <pc:docMk/>
            <pc:sldMasterMk cId="404023189" sldId="2147483660"/>
            <pc:sldLayoutMk cId="2347820732" sldId="2147483671"/>
          </pc:sldLayoutMkLst>
        </pc:sldLayoutChg>
      </pc:sldMasterChg>
      <pc:sldMasterChg chg="add del addSldLayout delSldLayout">
        <pc:chgData name="John PK LEONG (TP)" userId="111f5370-9e5f-4b91-8b88-3f16be600637" providerId="ADAL" clId="{3B93356A-F287-4939-AFC8-B999BD718CAB}" dt="2023-09-07T09:48:22.538" v="24" actId="26606"/>
        <pc:sldMasterMkLst>
          <pc:docMk/>
          <pc:sldMasterMk cId="2301583845" sldId="2147483751"/>
        </pc:sldMasterMkLst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1382547551" sldId="2147483740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4103400920" sldId="2147483741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3106593426" sldId="2147483742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1253195033" sldId="2147483743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387296120" sldId="2147483744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1169499145" sldId="2147483745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744311337" sldId="2147483746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1777399006" sldId="2147483747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3207118721" sldId="2147483748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878955811" sldId="2147483749"/>
          </pc:sldLayoutMkLst>
        </pc:sldLayoutChg>
        <pc:sldLayoutChg chg="add del">
          <pc:chgData name="John PK LEONG (TP)" userId="111f5370-9e5f-4b91-8b88-3f16be600637" providerId="ADAL" clId="{3B93356A-F287-4939-AFC8-B999BD718CAB}" dt="2023-09-07T09:48:22.538" v="24" actId="26606"/>
          <pc:sldLayoutMkLst>
            <pc:docMk/>
            <pc:sldMasterMk cId="2301583845" sldId="2147483751"/>
            <pc:sldLayoutMk cId="3289753113" sldId="2147483750"/>
          </pc:sldLayoutMkLst>
        </pc:sldLayoutChg>
      </pc:sldMasterChg>
    </pc:docChg>
  </pc:docChgLst>
  <pc:docChgLst>
    <pc:chgData name="John PK LEONG (TP)" userId="111f5370-9e5f-4b91-8b88-3f16be600637" providerId="ADAL" clId="{D8222C11-7EC4-4212-A945-38186634A72F}"/>
    <pc:docChg chg="undo redo custSel addSld delSld modSld">
      <pc:chgData name="John PK LEONG (TP)" userId="111f5370-9e5f-4b91-8b88-3f16be600637" providerId="ADAL" clId="{D8222C11-7EC4-4212-A945-38186634A72F}" dt="2024-02-06T03:55:35.408" v="702" actId="47"/>
      <pc:docMkLst>
        <pc:docMk/>
      </pc:docMkLst>
      <pc:sldChg chg="del">
        <pc:chgData name="John PK LEONG (TP)" userId="111f5370-9e5f-4b91-8b88-3f16be600637" providerId="ADAL" clId="{D8222C11-7EC4-4212-A945-38186634A72F}" dt="2024-02-06T03:31:13.057" v="0" actId="2696"/>
        <pc:sldMkLst>
          <pc:docMk/>
          <pc:sldMk cId="1913354190" sldId="260"/>
        </pc:sldMkLst>
      </pc:sldChg>
      <pc:sldChg chg="del">
        <pc:chgData name="John PK LEONG (TP)" userId="111f5370-9e5f-4b91-8b88-3f16be600637" providerId="ADAL" clId="{D8222C11-7EC4-4212-A945-38186634A72F}" dt="2024-02-06T03:38:30.142" v="323" actId="47"/>
        <pc:sldMkLst>
          <pc:docMk/>
          <pc:sldMk cId="469179255" sldId="263"/>
        </pc:sldMkLst>
      </pc:sldChg>
      <pc:sldChg chg="del">
        <pc:chgData name="John PK LEONG (TP)" userId="111f5370-9e5f-4b91-8b88-3f16be600637" providerId="ADAL" clId="{D8222C11-7EC4-4212-A945-38186634A72F}" dt="2024-02-06T03:55:35.408" v="702" actId="47"/>
        <pc:sldMkLst>
          <pc:docMk/>
          <pc:sldMk cId="2695008232" sldId="270"/>
        </pc:sldMkLst>
      </pc:sldChg>
      <pc:sldChg chg="addSp delSp modSp new mod">
        <pc:chgData name="John PK LEONG (TP)" userId="111f5370-9e5f-4b91-8b88-3f16be600637" providerId="ADAL" clId="{D8222C11-7EC4-4212-A945-38186634A72F}" dt="2024-02-06T03:37:52.697" v="322" actId="14100"/>
        <pc:sldMkLst>
          <pc:docMk/>
          <pc:sldMk cId="1514551639" sldId="271"/>
        </pc:sldMkLst>
        <pc:spChg chg="mod">
          <ac:chgData name="John PK LEONG (TP)" userId="111f5370-9e5f-4b91-8b88-3f16be600637" providerId="ADAL" clId="{D8222C11-7EC4-4212-A945-38186634A72F}" dt="2024-02-06T03:32:40.092" v="19" actId="20577"/>
          <ac:spMkLst>
            <pc:docMk/>
            <pc:sldMk cId="1514551639" sldId="271"/>
            <ac:spMk id="2" creationId="{79F2B7EA-7A88-693E-BB20-0CF61CF88428}"/>
          </ac:spMkLst>
        </pc:spChg>
        <pc:spChg chg="del">
          <ac:chgData name="John PK LEONG (TP)" userId="111f5370-9e5f-4b91-8b88-3f16be600637" providerId="ADAL" clId="{D8222C11-7EC4-4212-A945-38186634A72F}" dt="2024-02-06T03:32:11.715" v="2"/>
          <ac:spMkLst>
            <pc:docMk/>
            <pc:sldMk cId="1514551639" sldId="271"/>
            <ac:spMk id="3" creationId="{917C889B-EB90-9C11-0209-C278CE371FF6}"/>
          </ac:spMkLst>
        </pc:spChg>
        <pc:spChg chg="add mod">
          <ac:chgData name="John PK LEONG (TP)" userId="111f5370-9e5f-4b91-8b88-3f16be600637" providerId="ADAL" clId="{D8222C11-7EC4-4212-A945-38186634A72F}" dt="2024-02-06T03:33:41.635" v="125" actId="20577"/>
          <ac:spMkLst>
            <pc:docMk/>
            <pc:sldMk cId="1514551639" sldId="271"/>
            <ac:spMk id="5" creationId="{DF17308F-3423-2BCA-6D98-D7D457B4FD4C}"/>
          </ac:spMkLst>
        </pc:spChg>
        <pc:spChg chg="add mod">
          <ac:chgData name="John PK LEONG (TP)" userId="111f5370-9e5f-4b91-8b88-3f16be600637" providerId="ADAL" clId="{D8222C11-7EC4-4212-A945-38186634A72F}" dt="2024-02-06T03:37:03.827" v="309" actId="115"/>
          <ac:spMkLst>
            <pc:docMk/>
            <pc:sldMk cId="1514551639" sldId="271"/>
            <ac:spMk id="6" creationId="{4730E48B-1747-0827-3515-A0651387485D}"/>
          </ac:spMkLst>
        </pc:spChg>
        <pc:spChg chg="add mod">
          <ac:chgData name="John PK LEONG (TP)" userId="111f5370-9e5f-4b91-8b88-3f16be600637" providerId="ADAL" clId="{D8222C11-7EC4-4212-A945-38186634A72F}" dt="2024-02-06T03:37:27.852" v="312" actId="692"/>
          <ac:spMkLst>
            <pc:docMk/>
            <pc:sldMk cId="1514551639" sldId="271"/>
            <ac:spMk id="7" creationId="{8FFBAA1F-06FD-3671-FEEB-F847E456CD55}"/>
          </ac:spMkLst>
        </pc:spChg>
        <pc:picChg chg="add mod">
          <ac:chgData name="John PK LEONG (TP)" userId="111f5370-9e5f-4b91-8b88-3f16be600637" providerId="ADAL" clId="{D8222C11-7EC4-4212-A945-38186634A72F}" dt="2024-02-06T03:32:14.366" v="3" actId="1076"/>
          <ac:picMkLst>
            <pc:docMk/>
            <pc:sldMk cId="1514551639" sldId="271"/>
            <ac:picMk id="4" creationId="{FDA715B8-0625-E109-C177-721A86FE81DD}"/>
          </ac:picMkLst>
        </pc:picChg>
        <pc:cxnChg chg="add mod">
          <ac:chgData name="John PK LEONG (TP)" userId="111f5370-9e5f-4b91-8b88-3f16be600637" providerId="ADAL" clId="{D8222C11-7EC4-4212-A945-38186634A72F}" dt="2024-02-06T03:37:52.697" v="322" actId="14100"/>
          <ac:cxnSpMkLst>
            <pc:docMk/>
            <pc:sldMk cId="1514551639" sldId="271"/>
            <ac:cxnSpMk id="9" creationId="{EB7E54BD-24F0-5E97-C3DC-6BE498B921A5}"/>
          </ac:cxnSpMkLst>
        </pc:cxnChg>
      </pc:sldChg>
      <pc:sldChg chg="addSp delSp modSp new mod">
        <pc:chgData name="John PK LEONG (TP)" userId="111f5370-9e5f-4b91-8b88-3f16be600637" providerId="ADAL" clId="{D8222C11-7EC4-4212-A945-38186634A72F}" dt="2024-02-06T03:49:24.737" v="701" actId="13926"/>
        <pc:sldMkLst>
          <pc:docMk/>
          <pc:sldMk cId="1154347027" sldId="272"/>
        </pc:sldMkLst>
        <pc:spChg chg="mod">
          <ac:chgData name="John PK LEONG (TP)" userId="111f5370-9e5f-4b91-8b88-3f16be600637" providerId="ADAL" clId="{D8222C11-7EC4-4212-A945-38186634A72F}" dt="2024-02-06T03:39:01.268" v="354" actId="20577"/>
          <ac:spMkLst>
            <pc:docMk/>
            <pc:sldMk cId="1154347027" sldId="272"/>
            <ac:spMk id="2" creationId="{CD65D6E2-112E-143B-8D10-D4F5B36DB356}"/>
          </ac:spMkLst>
        </pc:spChg>
        <pc:spChg chg="del">
          <ac:chgData name="John PK LEONG (TP)" userId="111f5370-9e5f-4b91-8b88-3f16be600637" providerId="ADAL" clId="{D8222C11-7EC4-4212-A945-38186634A72F}" dt="2024-02-06T03:40:16.189" v="355"/>
          <ac:spMkLst>
            <pc:docMk/>
            <pc:sldMk cId="1154347027" sldId="272"/>
            <ac:spMk id="3" creationId="{30A4A68F-6EC9-321F-A9CD-C93A23F81A7E}"/>
          </ac:spMkLst>
        </pc:spChg>
        <pc:spChg chg="add del mod">
          <ac:chgData name="John PK LEONG (TP)" userId="111f5370-9e5f-4b91-8b88-3f16be600637" providerId="ADAL" clId="{D8222C11-7EC4-4212-A945-38186634A72F}" dt="2024-02-06T03:43:51.662" v="360" actId="478"/>
          <ac:spMkLst>
            <pc:docMk/>
            <pc:sldMk cId="1154347027" sldId="272"/>
            <ac:spMk id="6" creationId="{0873DEE1-36DE-3BE0-1AF5-E3CE12B1999E}"/>
          </ac:spMkLst>
        </pc:spChg>
        <pc:spChg chg="add mod">
          <ac:chgData name="John PK LEONG (TP)" userId="111f5370-9e5f-4b91-8b88-3f16be600637" providerId="ADAL" clId="{D8222C11-7EC4-4212-A945-38186634A72F}" dt="2024-02-06T03:49:24.737" v="701" actId="13926"/>
          <ac:spMkLst>
            <pc:docMk/>
            <pc:sldMk cId="1154347027" sldId="272"/>
            <ac:spMk id="9" creationId="{AC0B0592-C355-D333-67E2-A2CE92192206}"/>
          </ac:spMkLst>
        </pc:spChg>
        <pc:spChg chg="add mod">
          <ac:chgData name="John PK LEONG (TP)" userId="111f5370-9e5f-4b91-8b88-3f16be600637" providerId="ADAL" clId="{D8222C11-7EC4-4212-A945-38186634A72F}" dt="2024-02-06T03:49:02.801" v="690" actId="20577"/>
          <ac:spMkLst>
            <pc:docMk/>
            <pc:sldMk cId="1154347027" sldId="272"/>
            <ac:spMk id="10" creationId="{2C0FA400-B310-B714-55B3-438A961574AF}"/>
          </ac:spMkLst>
        </pc:spChg>
        <pc:picChg chg="add del mod">
          <ac:chgData name="John PK LEONG (TP)" userId="111f5370-9e5f-4b91-8b88-3f16be600637" providerId="ADAL" clId="{D8222C11-7EC4-4212-A945-38186634A72F}" dt="2024-02-06T03:43:46.220" v="357" actId="478"/>
          <ac:picMkLst>
            <pc:docMk/>
            <pc:sldMk cId="1154347027" sldId="272"/>
            <ac:picMk id="4" creationId="{01971373-53E8-9321-9E91-AE225189E53F}"/>
          </ac:picMkLst>
        </pc:picChg>
        <pc:picChg chg="add mod">
          <ac:chgData name="John PK LEONG (TP)" userId="111f5370-9e5f-4b91-8b88-3f16be600637" providerId="ADAL" clId="{D8222C11-7EC4-4212-A945-38186634A72F}" dt="2024-02-06T03:44:01.668" v="361" actId="1076"/>
          <ac:picMkLst>
            <pc:docMk/>
            <pc:sldMk cId="1154347027" sldId="272"/>
            <ac:picMk id="8" creationId="{8A33881A-6ABD-9E61-C271-EC7EAC71ED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D73BC-BB45-4449-BDF3-B32F257991D5}" type="datetimeFigureOut">
              <a:rPr lang="en-SG" smtClean="0"/>
              <a:t>6/2/2024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7F9E2-E1A8-4A23-B09F-1C87AB07C3F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5759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67F9E2-E1A8-4A23-B09F-1C87AB07C3FE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5287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2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03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6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8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3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3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7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85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2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lose-up of hopscotch on a sidewalk">
            <a:extLst>
              <a:ext uri="{FF2B5EF4-FFF2-40B4-BE49-F238E27FC236}">
                <a16:creationId xmlns:a16="http://schemas.microsoft.com/office/drawing/2014/main" id="{BA261514-2113-478C-9D86-901087C243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097" b="8634"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15" name="Rectangle 8">
            <a:extLst>
              <a:ext uri="{FF2B5EF4-FFF2-40B4-BE49-F238E27FC236}">
                <a16:creationId xmlns:a16="http://schemas.microsoft.com/office/drawing/2014/main" id="{8B8AF2F4-988C-C791-C43F-485C41496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940" y="-10388"/>
            <a:ext cx="12201940" cy="3279731"/>
          </a:xfrm>
          <a:prstGeom prst="rect">
            <a:avLst/>
          </a:prstGeom>
          <a:gradFill>
            <a:gsLst>
              <a:gs pos="0">
                <a:srgbClr val="00000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792209DF-5D11-6D72-1984-4887D5100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764504"/>
            <a:ext cx="12191992" cy="2103884"/>
          </a:xfrm>
          <a:prstGeom prst="rect">
            <a:avLst/>
          </a:prstGeom>
          <a:gradFill>
            <a:gsLst>
              <a:gs pos="0">
                <a:srgbClr val="000000">
                  <a:alpha val="5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56576D-75A5-EEAE-55DD-136C09D9B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12" y="66262"/>
            <a:ext cx="12013097" cy="4974636"/>
          </a:xfrm>
        </p:spPr>
        <p:txBody>
          <a:bodyPr anchor="t">
            <a:normAutofit/>
          </a:bodyPr>
          <a:lstStyle/>
          <a:p>
            <a:r>
              <a:rPr lang="en-SG" sz="11500" dirty="0">
                <a:solidFill>
                  <a:srgbClr val="FFFFFF"/>
                </a:solidFill>
              </a:rPr>
              <a:t>IP Address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238D3-4D20-740F-42E9-651B98920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1100" y="5003687"/>
            <a:ext cx="9929231" cy="892068"/>
          </a:xfrm>
        </p:spPr>
        <p:txBody>
          <a:bodyPr anchor="b">
            <a:normAutofit/>
          </a:bodyPr>
          <a:lstStyle/>
          <a:p>
            <a:pPr algn="r"/>
            <a:endParaRPr lang="en-SG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63B6C4-0500-4B1A-9149-4A6C7EDAF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38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D4A4-92F5-71D3-AA71-16DC9A0E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IP Address?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849BD1-6941-7549-10B7-E7BD41366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9011" y="2447925"/>
            <a:ext cx="586031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0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764EAA-5102-160B-15B1-13D107B39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8693" y="1509712"/>
            <a:ext cx="6186503" cy="3838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8C7218-96A6-A1E7-73DE-DCF84097C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752" y="1011924"/>
            <a:ext cx="3038899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3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FF8B-C1F8-E2BB-3D54-F9055E0F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IP Address Class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18348A-BEBA-01FB-8D3A-3DF72D362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391" y="2286502"/>
            <a:ext cx="5476875" cy="3390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3D7B34-3952-E32F-1B60-9F03FBF07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65" y="2286502"/>
            <a:ext cx="5903380" cy="2887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C6FB2E-2800-EACF-8C14-7036E59F8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517" y="413970"/>
            <a:ext cx="5947579" cy="150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2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0873-DE3A-2F07-049A-0CD69325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Subnet Masks &amp; Subnetting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6316C1-2FB1-0DDD-685C-618C26639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6903" y="2139917"/>
            <a:ext cx="5476875" cy="3390900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C29FF9F-50AD-36BC-4853-A4B16D246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905722"/>
              </p:ext>
            </p:extLst>
          </p:nvPr>
        </p:nvGraphicFramePr>
        <p:xfrm>
          <a:off x="5913778" y="2139916"/>
          <a:ext cx="5476874" cy="321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874">
                  <a:extLst>
                    <a:ext uri="{9D8B030D-6E8A-4147-A177-3AD203B41FA5}">
                      <a16:colId xmlns:a16="http://schemas.microsoft.com/office/drawing/2014/main" val="75423575"/>
                    </a:ext>
                  </a:extLst>
                </a:gridCol>
              </a:tblGrid>
              <a:tr h="484595">
                <a:tc>
                  <a:txBody>
                    <a:bodyPr/>
                    <a:lstStyle/>
                    <a:p>
                      <a:r>
                        <a:rPr lang="en-SG" dirty="0"/>
                        <a:t>Custom Subnet Mask 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096149"/>
                  </a:ext>
                </a:extLst>
              </a:tr>
              <a:tr h="484595">
                <a:tc>
                  <a:txBody>
                    <a:bodyPr/>
                    <a:lstStyle/>
                    <a:p>
                      <a:r>
                        <a:rPr lang="en-SG" dirty="0">
                          <a:highlight>
                            <a:srgbClr val="FFFF00"/>
                          </a:highlight>
                        </a:rPr>
                        <a:t>255</a:t>
                      </a:r>
                      <a:r>
                        <a:rPr lang="en-SG" dirty="0"/>
                        <a:t>.192.0.0 </a:t>
                      </a:r>
                      <a:r>
                        <a:rPr lang="en-SG" dirty="0">
                          <a:highlight>
                            <a:srgbClr val="FFFF00"/>
                          </a:highlight>
                        </a:rPr>
                        <a:t>11111111</a:t>
                      </a:r>
                      <a:r>
                        <a:rPr lang="en-SG" dirty="0"/>
                        <a:t>.11000000.00000000.0000000000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90384"/>
                  </a:ext>
                </a:extLst>
              </a:tr>
              <a:tr h="484595">
                <a:tc>
                  <a:txBody>
                    <a:bodyPr/>
                    <a:lstStyle/>
                    <a:p>
                      <a:r>
                        <a:rPr lang="en-SG">
                          <a:highlight>
                            <a:srgbClr val="FFFF00"/>
                          </a:highlight>
                        </a:rPr>
                        <a:t>255.255</a:t>
                      </a:r>
                      <a:r>
                        <a:rPr lang="en-SG"/>
                        <a:t>.128.0</a:t>
                      </a:r>
                      <a:endParaRPr lang="en-SG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highlight>
                            <a:srgbClr val="FFFF00"/>
                          </a:highlight>
                        </a:rPr>
                        <a:t>11111111.11111111.</a:t>
                      </a:r>
                      <a:r>
                        <a:rPr lang="en-SG" dirty="0"/>
                        <a:t>10000000.0000000000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346362"/>
                  </a:ext>
                </a:extLst>
              </a:tr>
              <a:tr h="484595">
                <a:tc>
                  <a:txBody>
                    <a:bodyPr/>
                    <a:lstStyle/>
                    <a:p>
                      <a:r>
                        <a:rPr lang="en-SG" dirty="0">
                          <a:highlight>
                            <a:srgbClr val="FFFF00"/>
                          </a:highlight>
                        </a:rPr>
                        <a:t>255.255.255</a:t>
                      </a:r>
                      <a:r>
                        <a:rPr lang="en-SG" dirty="0"/>
                        <a:t>.252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851072"/>
                  </a:ext>
                </a:extLst>
              </a:tr>
              <a:tr h="484595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749165"/>
                  </a:ext>
                </a:extLst>
              </a:tr>
              <a:tr h="484595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049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6CAF679-8ABE-AB39-24E0-C33DFD87E3A7}"/>
              </a:ext>
            </a:extLst>
          </p:cNvPr>
          <p:cNvSpPr/>
          <p:nvPr/>
        </p:nvSpPr>
        <p:spPr>
          <a:xfrm>
            <a:off x="4059936" y="3753258"/>
            <a:ext cx="1124712" cy="178662"/>
          </a:xfrm>
          <a:prstGeom prst="rect">
            <a:avLst/>
          </a:prstGeom>
          <a:solidFill>
            <a:srgbClr val="FFFF00">
              <a:alpha val="2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0558D-51E0-4C4E-FD53-62C829F99101}"/>
              </a:ext>
            </a:extLst>
          </p:cNvPr>
          <p:cNvSpPr/>
          <p:nvPr/>
        </p:nvSpPr>
        <p:spPr>
          <a:xfrm>
            <a:off x="4193309" y="3260436"/>
            <a:ext cx="729673" cy="178662"/>
          </a:xfrm>
          <a:prstGeom prst="rect">
            <a:avLst/>
          </a:prstGeom>
          <a:solidFill>
            <a:srgbClr val="FFFF00">
              <a:alpha val="2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CA6A79-2B14-E937-6EF1-4FAED350D92F}"/>
              </a:ext>
            </a:extLst>
          </p:cNvPr>
          <p:cNvSpPr/>
          <p:nvPr/>
        </p:nvSpPr>
        <p:spPr>
          <a:xfrm>
            <a:off x="4304145" y="2780145"/>
            <a:ext cx="373669" cy="166131"/>
          </a:xfrm>
          <a:prstGeom prst="rect">
            <a:avLst/>
          </a:prstGeom>
          <a:solidFill>
            <a:srgbClr val="FFFF00">
              <a:alpha val="3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531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B7EA-7A88-693E-BB20-0CF61CF8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IP Address Types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A715B8-0625-E109-C177-721A86FE8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825" y="2784538"/>
            <a:ext cx="4829175" cy="2324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17308F-3423-2BCA-6D98-D7D457B4FD4C}"/>
              </a:ext>
            </a:extLst>
          </p:cNvPr>
          <p:cNvSpPr txBox="1"/>
          <p:nvPr/>
        </p:nvSpPr>
        <p:spPr>
          <a:xfrm>
            <a:off x="6858000" y="1461143"/>
            <a:ext cx="28761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3 Types are:</a:t>
            </a:r>
          </a:p>
          <a:p>
            <a:pPr marL="342900" indent="-342900">
              <a:buAutoNum type="arabicPeriod"/>
            </a:pPr>
            <a:r>
              <a:rPr lang="en-SG" dirty="0"/>
              <a:t>IP </a:t>
            </a:r>
            <a:r>
              <a:rPr lang="en-SG" dirty="0">
                <a:highlight>
                  <a:srgbClr val="FFFF00"/>
                </a:highlight>
              </a:rPr>
              <a:t>Network</a:t>
            </a:r>
            <a:r>
              <a:rPr lang="en-SG" dirty="0"/>
              <a:t> Address</a:t>
            </a:r>
          </a:p>
          <a:p>
            <a:pPr marL="342900" indent="-342900">
              <a:buAutoNum type="arabicPeriod"/>
            </a:pPr>
            <a:r>
              <a:rPr lang="en-SG" dirty="0"/>
              <a:t>IP </a:t>
            </a:r>
            <a:r>
              <a:rPr lang="en-SG" dirty="0">
                <a:highlight>
                  <a:srgbClr val="FFFF00"/>
                </a:highlight>
              </a:rPr>
              <a:t>Host</a:t>
            </a:r>
            <a:r>
              <a:rPr lang="en-SG" dirty="0"/>
              <a:t> Address</a:t>
            </a:r>
          </a:p>
          <a:p>
            <a:pPr marL="342900" indent="-342900">
              <a:buAutoNum type="arabicPeriod"/>
            </a:pPr>
            <a:r>
              <a:rPr lang="en-SG" dirty="0"/>
              <a:t>IP </a:t>
            </a:r>
            <a:r>
              <a:rPr lang="en-SG" dirty="0">
                <a:highlight>
                  <a:srgbClr val="FFFF00"/>
                </a:highlight>
              </a:rPr>
              <a:t>Broadcast</a:t>
            </a:r>
            <a:r>
              <a:rPr lang="en-SG" dirty="0"/>
              <a:t> Address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0E48B-1747-0827-3515-A0651387485D}"/>
              </a:ext>
            </a:extLst>
          </p:cNvPr>
          <p:cNvSpPr txBox="1"/>
          <p:nvPr/>
        </p:nvSpPr>
        <p:spPr>
          <a:xfrm>
            <a:off x="6452270" y="2878758"/>
            <a:ext cx="55050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IP </a:t>
            </a:r>
            <a:r>
              <a:rPr lang="en-SG" u="sng" dirty="0"/>
              <a:t>Network</a:t>
            </a:r>
            <a:r>
              <a:rPr lang="en-SG" dirty="0"/>
              <a:t> Address is where the Host portion </a:t>
            </a:r>
          </a:p>
          <a:p>
            <a:r>
              <a:rPr lang="en-SG" dirty="0"/>
              <a:t>of the IP address is </a:t>
            </a:r>
            <a:r>
              <a:rPr lang="en-SG" dirty="0">
                <a:highlight>
                  <a:srgbClr val="FFFF00"/>
                </a:highlight>
              </a:rPr>
              <a:t>all ZEROs</a:t>
            </a:r>
          </a:p>
          <a:p>
            <a:endParaRPr lang="en-SG" dirty="0"/>
          </a:p>
          <a:p>
            <a:r>
              <a:rPr lang="en-SG" dirty="0"/>
              <a:t>IP </a:t>
            </a:r>
            <a:r>
              <a:rPr lang="en-SG" u="sng" dirty="0"/>
              <a:t>Broadcast</a:t>
            </a:r>
            <a:r>
              <a:rPr lang="en-SG" dirty="0"/>
              <a:t> Address is where the Host portion </a:t>
            </a:r>
          </a:p>
          <a:p>
            <a:r>
              <a:rPr lang="en-SG" dirty="0"/>
              <a:t>of the IP address is </a:t>
            </a:r>
            <a:r>
              <a:rPr lang="en-SG" dirty="0">
                <a:highlight>
                  <a:srgbClr val="FFFF00"/>
                </a:highlight>
              </a:rPr>
              <a:t>all ONEs</a:t>
            </a:r>
          </a:p>
          <a:p>
            <a:endParaRPr lang="en-SG" dirty="0"/>
          </a:p>
          <a:p>
            <a:r>
              <a:rPr lang="en-SG" dirty="0"/>
              <a:t>Lastly, IP </a:t>
            </a:r>
            <a:r>
              <a:rPr lang="en-SG" u="sng" dirty="0"/>
              <a:t>Host</a:t>
            </a:r>
            <a:r>
              <a:rPr lang="en-SG" dirty="0"/>
              <a:t> Address is where the Host portion </a:t>
            </a:r>
          </a:p>
          <a:p>
            <a:r>
              <a:rPr lang="en-SG" dirty="0"/>
              <a:t>of the IP address is </a:t>
            </a:r>
            <a:r>
              <a:rPr lang="en-SG" dirty="0">
                <a:highlight>
                  <a:srgbClr val="FFFF00"/>
                </a:highlight>
              </a:rPr>
              <a:t>mixture ONEs &amp; ZEROs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FBAA1F-06FD-3671-FEEB-F847E456CD55}"/>
              </a:ext>
            </a:extLst>
          </p:cNvPr>
          <p:cNvSpPr/>
          <p:nvPr/>
        </p:nvSpPr>
        <p:spPr>
          <a:xfrm>
            <a:off x="10030120" y="2878758"/>
            <a:ext cx="1545995" cy="420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7E54BD-24F0-5E97-C3DC-6BE498B921A5}"/>
              </a:ext>
            </a:extLst>
          </p:cNvPr>
          <p:cNvCxnSpPr>
            <a:cxnSpLocks/>
          </p:cNvCxnSpPr>
          <p:nvPr/>
        </p:nvCxnSpPr>
        <p:spPr>
          <a:xfrm flipH="1">
            <a:off x="5791200" y="3061537"/>
            <a:ext cx="4313382" cy="2378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55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9BE07-BA62-C9F3-E66C-18F2C6A6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>
            <a:normAutofit/>
          </a:bodyPr>
          <a:lstStyle/>
          <a:p>
            <a:r>
              <a:rPr lang="en-SG" sz="4000"/>
              <a:t>Local Area Network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316585-2D34-931A-32CD-69D1F1566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32" y="3204755"/>
            <a:ext cx="4147804" cy="2966043"/>
          </a:xfrm>
        </p:spPr>
        <p:txBody>
          <a:bodyPr>
            <a:normAutofit/>
          </a:bodyPr>
          <a:lstStyle/>
          <a:p>
            <a:r>
              <a:rPr lang="en-US" dirty="0"/>
              <a:t>Consist of</a:t>
            </a:r>
          </a:p>
          <a:p>
            <a:pPr lvl="1"/>
            <a:r>
              <a:rPr lang="en-US" dirty="0"/>
              <a:t>Switch/Hub</a:t>
            </a:r>
          </a:p>
          <a:p>
            <a:pPr lvl="1"/>
            <a:r>
              <a:rPr lang="en-US" dirty="0"/>
              <a:t>Lan Cable</a:t>
            </a:r>
          </a:p>
          <a:p>
            <a:pPr lvl="1"/>
            <a:r>
              <a:rPr lang="en-US" dirty="0"/>
              <a:t>Hosts/End devices/Computer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C87527-1496-E6CD-84BB-DBA825A54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43000"/>
            <a:ext cx="5492377" cy="385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8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D6E2-112E-143B-8D10-D4F5B36D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Broadcast Domain of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33881A-6ABD-9E61-C271-EC7EAC71E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319221"/>
            <a:ext cx="6716062" cy="37343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0B0592-C355-D333-67E2-A2CE92192206}"/>
              </a:ext>
            </a:extLst>
          </p:cNvPr>
          <p:cNvSpPr txBox="1"/>
          <p:nvPr/>
        </p:nvSpPr>
        <p:spPr>
          <a:xfrm>
            <a:off x="7728782" y="4073547"/>
            <a:ext cx="4477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Important</a:t>
            </a:r>
          </a:p>
          <a:p>
            <a:r>
              <a:rPr lang="en-SG" dirty="0"/>
              <a:t>Hence, </a:t>
            </a:r>
            <a:r>
              <a:rPr lang="en-SG" dirty="0">
                <a:highlight>
                  <a:srgbClr val="FFFF00"/>
                </a:highlight>
              </a:rPr>
              <a:t>each</a:t>
            </a:r>
            <a:r>
              <a:rPr lang="en-SG" dirty="0"/>
              <a:t> network </a:t>
            </a:r>
            <a:r>
              <a:rPr lang="en-SG" dirty="0">
                <a:highlight>
                  <a:srgbClr val="FFFF00"/>
                </a:highlight>
              </a:rPr>
              <a:t>broadcast domain</a:t>
            </a:r>
          </a:p>
          <a:p>
            <a:r>
              <a:rPr lang="en-SG" u="sng" dirty="0"/>
              <a:t>EQUALS to 1 IP NETWORK Address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FA400-B310-B714-55B3-438A961574AF}"/>
              </a:ext>
            </a:extLst>
          </p:cNvPr>
          <p:cNvSpPr txBox="1"/>
          <p:nvPr/>
        </p:nvSpPr>
        <p:spPr>
          <a:xfrm>
            <a:off x="7728782" y="1766724"/>
            <a:ext cx="45127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All hosts must have an IP HOST address</a:t>
            </a:r>
          </a:p>
          <a:p>
            <a:endParaRPr lang="en-SG" dirty="0"/>
          </a:p>
          <a:p>
            <a:r>
              <a:rPr lang="en-SG" dirty="0"/>
              <a:t>If we “zero-</a:t>
            </a:r>
            <a:r>
              <a:rPr lang="en-SG" dirty="0" err="1"/>
              <a:t>lised</a:t>
            </a:r>
            <a:r>
              <a:rPr lang="en-SG" dirty="0"/>
              <a:t>” the </a:t>
            </a:r>
            <a:r>
              <a:rPr lang="en-SG" dirty="0">
                <a:highlight>
                  <a:srgbClr val="FFFF00"/>
                </a:highlight>
              </a:rPr>
              <a:t>IP Address</a:t>
            </a:r>
          </a:p>
          <a:p>
            <a:r>
              <a:rPr lang="en-SG" dirty="0">
                <a:highlight>
                  <a:srgbClr val="FFFF00"/>
                </a:highlight>
              </a:rPr>
              <a:t>host portion</a:t>
            </a:r>
            <a:r>
              <a:rPr lang="en-SG" dirty="0"/>
              <a:t> of computers in </a:t>
            </a:r>
          </a:p>
          <a:p>
            <a:r>
              <a:rPr lang="en-SG" dirty="0"/>
              <a:t>a broadcast domain, they </a:t>
            </a:r>
            <a:r>
              <a:rPr lang="en-SG" dirty="0">
                <a:highlight>
                  <a:srgbClr val="FFFF00"/>
                </a:highlight>
              </a:rPr>
              <a:t>SHOULD</a:t>
            </a:r>
          </a:p>
          <a:p>
            <a:r>
              <a:rPr lang="en-SG" dirty="0"/>
              <a:t>have the same IP NETWORK Address</a:t>
            </a:r>
          </a:p>
        </p:txBody>
      </p:sp>
    </p:spTree>
    <p:extLst>
      <p:ext uri="{BB962C8B-B14F-4D97-AF65-F5344CB8AC3E}">
        <p14:creationId xmlns:p14="http://schemas.microsoft.com/office/powerpoint/2010/main" val="1154347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0DC026F-444B-46C9-BCBE-329183BF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0F1EE-7E23-4DA9-0DE0-C6BAB2A3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10270671" cy="1188720"/>
          </a:xfrm>
        </p:spPr>
        <p:txBody>
          <a:bodyPr>
            <a:normAutofit/>
          </a:bodyPr>
          <a:lstStyle/>
          <a:p>
            <a:r>
              <a:rPr lang="en-SG" sz="4000" dirty="0"/>
              <a:t>OSI Model vs TCP/IP Model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5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7A5266B-92CD-3F38-2061-14FF590BC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213" y="2592388"/>
            <a:ext cx="4576775" cy="3694112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349D71-3DEE-3C60-672D-5E54A52EF0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7" r="435" b="2"/>
          <a:stretch/>
        </p:blipFill>
        <p:spPr>
          <a:xfrm>
            <a:off x="6705600" y="2657475"/>
            <a:ext cx="5486401" cy="420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0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E64B95-C8E0-31B4-CA8B-917C7A2B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>
            <a:normAutofit/>
          </a:bodyPr>
          <a:lstStyle/>
          <a:p>
            <a:r>
              <a:rPr lang="en-SG" sz="4000"/>
              <a:t>Data Encapsulation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132A9-827E-7EE6-36E0-A1A13ABB2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32" y="3204755"/>
            <a:ext cx="4147804" cy="2966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Video: </a:t>
            </a:r>
          </a:p>
          <a:p>
            <a:pPr marL="0" indent="0">
              <a:buNone/>
            </a:pPr>
            <a:r>
              <a:rPr lang="en-SG" b="1" i="0">
                <a:effectLst/>
                <a:latin typeface="YouTube Sans"/>
              </a:rPr>
              <a:t>Data Encapsulation OSI TCPIP</a:t>
            </a:r>
          </a:p>
          <a:p>
            <a:pPr marL="0" indent="0">
              <a:buNone/>
            </a:pPr>
            <a:r>
              <a:rPr lang="en-SG" dirty="0"/>
              <a:t>https://www.youtube.com/watch?v=xaKvGnnuYmk&amp;t=785s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4177E-0999-2208-D9A5-87DD82F77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61" y="1463238"/>
            <a:ext cx="4943407" cy="2966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474587-38FA-C154-ED84-88FFC16D7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892" y="2470372"/>
            <a:ext cx="1331108" cy="80953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E633049-2A71-DF47-64FA-0F68738F55F7}"/>
              </a:ext>
            </a:extLst>
          </p:cNvPr>
          <p:cNvSpPr/>
          <p:nvPr/>
        </p:nvSpPr>
        <p:spPr>
          <a:xfrm>
            <a:off x="9789036" y="1311858"/>
            <a:ext cx="1219511" cy="533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10 Gb 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792144-0A17-5F9B-1865-5BFCC709C755}"/>
              </a:ext>
            </a:extLst>
          </p:cNvPr>
          <p:cNvSpPr/>
          <p:nvPr/>
        </p:nvSpPr>
        <p:spPr>
          <a:xfrm>
            <a:off x="11265408" y="1186344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302B3-BECB-2B93-4E65-573605CDB219}"/>
              </a:ext>
            </a:extLst>
          </p:cNvPr>
          <p:cNvSpPr/>
          <p:nvPr/>
        </p:nvSpPr>
        <p:spPr>
          <a:xfrm>
            <a:off x="11417808" y="1186344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F9656-E523-435B-0B79-9382342942C9}"/>
              </a:ext>
            </a:extLst>
          </p:cNvPr>
          <p:cNvSpPr/>
          <p:nvPr/>
        </p:nvSpPr>
        <p:spPr>
          <a:xfrm>
            <a:off x="11570208" y="1187090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A525FA-73B2-5110-0253-E9FEDC99973A}"/>
              </a:ext>
            </a:extLst>
          </p:cNvPr>
          <p:cNvSpPr/>
          <p:nvPr/>
        </p:nvSpPr>
        <p:spPr>
          <a:xfrm>
            <a:off x="11713464" y="1191861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838D2C-E6C1-1622-703F-74E22C0FF3C0}"/>
              </a:ext>
            </a:extLst>
          </p:cNvPr>
          <p:cNvSpPr/>
          <p:nvPr/>
        </p:nvSpPr>
        <p:spPr>
          <a:xfrm>
            <a:off x="11856720" y="1186344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28C823-AC93-8C14-14EF-441DB50921AF}"/>
              </a:ext>
            </a:extLst>
          </p:cNvPr>
          <p:cNvCxnSpPr/>
          <p:nvPr/>
        </p:nvCxnSpPr>
        <p:spPr>
          <a:xfrm flipH="1">
            <a:off x="11679936" y="1399032"/>
            <a:ext cx="176784" cy="1071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7EB3A57-EA65-3651-8173-36AD495D4E1D}"/>
              </a:ext>
            </a:extLst>
          </p:cNvPr>
          <p:cNvSpPr/>
          <p:nvPr/>
        </p:nvSpPr>
        <p:spPr>
          <a:xfrm>
            <a:off x="9424416" y="3217154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53B0D6-CFDD-9987-464C-405A1BBABCBB}"/>
              </a:ext>
            </a:extLst>
          </p:cNvPr>
          <p:cNvSpPr/>
          <p:nvPr/>
        </p:nvSpPr>
        <p:spPr>
          <a:xfrm>
            <a:off x="9534144" y="3452576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AFAB96-C224-54E2-9E7F-7DEA8DAACE8C}"/>
              </a:ext>
            </a:extLst>
          </p:cNvPr>
          <p:cNvSpPr/>
          <p:nvPr/>
        </p:nvSpPr>
        <p:spPr>
          <a:xfrm>
            <a:off x="9679308" y="3717026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AE4A9F-0ABA-649D-EBDA-C48AB083D169}"/>
              </a:ext>
            </a:extLst>
          </p:cNvPr>
          <p:cNvSpPr/>
          <p:nvPr/>
        </p:nvSpPr>
        <p:spPr>
          <a:xfrm>
            <a:off x="8240016" y="2199122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67542D-33A6-6636-0943-06681B9AAD0F}"/>
              </a:ext>
            </a:extLst>
          </p:cNvPr>
          <p:cNvSpPr/>
          <p:nvPr/>
        </p:nvSpPr>
        <p:spPr>
          <a:xfrm>
            <a:off x="8078323" y="1987434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6A8BB6-E3EE-05DB-A412-9FF6234ADADC}"/>
              </a:ext>
            </a:extLst>
          </p:cNvPr>
          <p:cNvSpPr/>
          <p:nvPr/>
        </p:nvSpPr>
        <p:spPr>
          <a:xfrm>
            <a:off x="8392416" y="2351522"/>
            <a:ext cx="109728" cy="12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0665EA-46F6-5EBD-B9CD-BC391188E039}"/>
              </a:ext>
            </a:extLst>
          </p:cNvPr>
          <p:cNvSpPr/>
          <p:nvPr/>
        </p:nvSpPr>
        <p:spPr>
          <a:xfrm>
            <a:off x="6533034" y="946133"/>
            <a:ext cx="1219511" cy="533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10 Gb File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328141F4-1B71-7CB7-87D0-F798EA62CFB3}"/>
              </a:ext>
            </a:extLst>
          </p:cNvPr>
          <p:cNvSpPr/>
          <p:nvPr/>
        </p:nvSpPr>
        <p:spPr>
          <a:xfrm rot="5749794">
            <a:off x="8556604" y="647302"/>
            <a:ext cx="378731" cy="13497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9727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8A1C-7304-3576-5036-0122A0FE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Segment Header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6B4D29-5F02-5C1F-470C-79920BF2C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4130" y="2447925"/>
            <a:ext cx="4270077" cy="383857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24E3DCA-4E5C-8E73-D8A3-91711FB0485D}"/>
              </a:ext>
            </a:extLst>
          </p:cNvPr>
          <p:cNvSpPr/>
          <p:nvPr/>
        </p:nvSpPr>
        <p:spPr>
          <a:xfrm>
            <a:off x="3816220" y="2612571"/>
            <a:ext cx="4833258" cy="895739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242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AC3B-4359-AB48-1261-5D7D0855E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Packet Header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6A2AE0-BECC-2BEE-9A5A-AE607EC51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3606" y="2652712"/>
            <a:ext cx="5191125" cy="3429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3A6FB7D-5FF7-10A0-AC96-82B13D524CE2}"/>
              </a:ext>
            </a:extLst>
          </p:cNvPr>
          <p:cNvSpPr/>
          <p:nvPr/>
        </p:nvSpPr>
        <p:spPr>
          <a:xfrm>
            <a:off x="3068204" y="3771900"/>
            <a:ext cx="6305550" cy="701628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161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3C27-1C8C-F79D-040C-D10CDF625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General Frame Header/Trailer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040B7A-589D-49E8-7B9D-9CA7518DE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644" y="3319462"/>
            <a:ext cx="6115050" cy="2095500"/>
          </a:xfrm>
          <a:prstGeom prst="rect">
            <a:avLst/>
          </a:prstGeom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51D6EBEB-AC5E-261C-9F94-EED7ACC43E2C}"/>
              </a:ext>
            </a:extLst>
          </p:cNvPr>
          <p:cNvSpPr/>
          <p:nvPr/>
        </p:nvSpPr>
        <p:spPr>
          <a:xfrm rot="5400000">
            <a:off x="4779609" y="1103718"/>
            <a:ext cx="800937" cy="3995931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814CB-EC17-67D0-B5FE-6F53BB00B999}"/>
              </a:ext>
            </a:extLst>
          </p:cNvPr>
          <p:cNvSpPr txBox="1"/>
          <p:nvPr/>
        </p:nvSpPr>
        <p:spPr>
          <a:xfrm>
            <a:off x="4654296" y="2384473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Header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E1A5DC1-E97D-2BF2-2558-5241FF45DB8F}"/>
              </a:ext>
            </a:extLst>
          </p:cNvPr>
          <p:cNvSpPr/>
          <p:nvPr/>
        </p:nvSpPr>
        <p:spPr>
          <a:xfrm rot="5400000">
            <a:off x="8217149" y="2532758"/>
            <a:ext cx="800937" cy="978152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973B0-7E17-8E08-5DD8-A22AD50ADC53}"/>
              </a:ext>
            </a:extLst>
          </p:cNvPr>
          <p:cNvSpPr txBox="1"/>
          <p:nvPr/>
        </p:nvSpPr>
        <p:spPr>
          <a:xfrm>
            <a:off x="8178233" y="2384473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Trailer</a:t>
            </a:r>
          </a:p>
        </p:txBody>
      </p:sp>
    </p:spTree>
    <p:extLst>
      <p:ext uri="{BB962C8B-B14F-4D97-AF65-F5344CB8AC3E}">
        <p14:creationId xmlns:p14="http://schemas.microsoft.com/office/powerpoint/2010/main" val="129815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2D1A37-7C2A-4258-95A8-919D781C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B660E-3633-445A-2A5A-C5C5D205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46" y="1092848"/>
            <a:ext cx="9958753" cy="680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cap="all" dirty="0"/>
              <a:t>Important to Remember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6626" y="1185999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90AA40-397A-3090-3347-878EA4603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403" y="1772992"/>
            <a:ext cx="5143763" cy="4192166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AE09F30-9A00-6EDB-C34F-BA89531988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7" r="435" b="2"/>
          <a:stretch/>
        </p:blipFill>
        <p:spPr>
          <a:xfrm>
            <a:off x="6182357" y="1604865"/>
            <a:ext cx="5841139" cy="447208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71DEAF5-6175-EB48-CE43-FE889F9F734F}"/>
              </a:ext>
            </a:extLst>
          </p:cNvPr>
          <p:cNvGrpSpPr/>
          <p:nvPr/>
        </p:nvGrpSpPr>
        <p:grpSpPr>
          <a:xfrm>
            <a:off x="2802458" y="2671938"/>
            <a:ext cx="2000190" cy="2367911"/>
            <a:chOff x="2802458" y="2671938"/>
            <a:chExt cx="2000190" cy="236791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31DEC8B-9962-9DE0-0E05-36B578C918BF}"/>
                </a:ext>
              </a:extLst>
            </p:cNvPr>
            <p:cNvGrpSpPr/>
            <p:nvPr/>
          </p:nvGrpSpPr>
          <p:grpSpPr>
            <a:xfrm>
              <a:off x="3245498" y="2733869"/>
              <a:ext cx="744611" cy="2258184"/>
              <a:chOff x="3245498" y="2733869"/>
              <a:chExt cx="744611" cy="225818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4EAFF76-850A-456E-2AB7-8CF08B5ECCD7}"/>
                  </a:ext>
                </a:extLst>
              </p:cNvPr>
              <p:cNvSpPr/>
              <p:nvPr/>
            </p:nvSpPr>
            <p:spPr>
              <a:xfrm>
                <a:off x="3349690" y="2733869"/>
                <a:ext cx="513183" cy="2425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8F461-298B-5D03-8C8F-FA59ACD20EDD}"/>
                  </a:ext>
                </a:extLst>
              </p:cNvPr>
              <p:cNvSpPr/>
              <p:nvPr/>
            </p:nvSpPr>
            <p:spPr>
              <a:xfrm>
                <a:off x="3245498" y="3747777"/>
                <a:ext cx="513183" cy="2425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A683C52-41CC-27C7-9B0D-E1D3E40E828A}"/>
                  </a:ext>
                </a:extLst>
              </p:cNvPr>
              <p:cNvSpPr/>
              <p:nvPr/>
            </p:nvSpPr>
            <p:spPr>
              <a:xfrm>
                <a:off x="3324949" y="4749457"/>
                <a:ext cx="665160" cy="2425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480CB5-754D-8E59-8129-13E97754C860}"/>
                </a:ext>
              </a:extLst>
            </p:cNvPr>
            <p:cNvSpPr txBox="1"/>
            <p:nvPr/>
          </p:nvSpPr>
          <p:spPr>
            <a:xfrm flipH="1">
              <a:off x="2802458" y="2671938"/>
              <a:ext cx="1570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/>
                <a:t>segment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725E09-71AD-DA7C-CF4B-4E4C5BBCC36D}"/>
                </a:ext>
              </a:extLst>
            </p:cNvPr>
            <p:cNvSpPr txBox="1"/>
            <p:nvPr/>
          </p:nvSpPr>
          <p:spPr>
            <a:xfrm flipH="1">
              <a:off x="2899437" y="3702881"/>
              <a:ext cx="1570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/>
                <a:t>packet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3B2122-717A-9CA4-4BAA-08FE04D22276}"/>
                </a:ext>
              </a:extLst>
            </p:cNvPr>
            <p:cNvSpPr txBox="1"/>
            <p:nvPr/>
          </p:nvSpPr>
          <p:spPr>
            <a:xfrm flipH="1">
              <a:off x="3231947" y="4670517"/>
              <a:ext cx="1570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/>
                <a:t>frame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7BE38D-763B-F7A0-0F51-9B04F8BDF203}"/>
              </a:ext>
            </a:extLst>
          </p:cNvPr>
          <p:cNvCxnSpPr/>
          <p:nvPr/>
        </p:nvCxnSpPr>
        <p:spPr>
          <a:xfrm flipH="1" flipV="1">
            <a:off x="4636655" y="2872509"/>
            <a:ext cx="3084945" cy="16876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3B2527-0BF3-F8CD-E31D-B2A295A49E7E}"/>
              </a:ext>
            </a:extLst>
          </p:cNvPr>
          <p:cNvCxnSpPr>
            <a:cxnSpLocks/>
          </p:cNvCxnSpPr>
          <p:nvPr/>
        </p:nvCxnSpPr>
        <p:spPr>
          <a:xfrm flipH="1">
            <a:off x="4506549" y="3553287"/>
            <a:ext cx="2503851" cy="28730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BE6262-774A-5179-6680-4C624366559C}"/>
              </a:ext>
            </a:extLst>
          </p:cNvPr>
          <p:cNvCxnSpPr>
            <a:cxnSpLocks/>
          </p:cNvCxnSpPr>
          <p:nvPr/>
        </p:nvCxnSpPr>
        <p:spPr>
          <a:xfrm flipH="1">
            <a:off x="4656242" y="4227714"/>
            <a:ext cx="1720594" cy="60212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03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jorn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209</Words>
  <Application>Microsoft Office PowerPoint</Application>
  <PresentationFormat>Widescreen</PresentationFormat>
  <Paragraphs>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Neue Haas Grotesk Text Pro</vt:lpstr>
      <vt:lpstr>YouTube Sans</vt:lpstr>
      <vt:lpstr>BjornVTI</vt:lpstr>
      <vt:lpstr>IP Address Concepts</vt:lpstr>
      <vt:lpstr>IP Address?</vt:lpstr>
      <vt:lpstr>PowerPoint Presentation</vt:lpstr>
      <vt:lpstr>IP Address Class</vt:lpstr>
      <vt:lpstr>Subnet Masks &amp; Subnetting</vt:lpstr>
      <vt:lpstr>IP Address Types</vt:lpstr>
      <vt:lpstr>Local Area Network</vt:lpstr>
      <vt:lpstr>Broadcast Domain of Networks</vt:lpstr>
      <vt:lpstr>OSI Model vs TCP/IP Model</vt:lpstr>
      <vt:lpstr>Data Encapsulation</vt:lpstr>
      <vt:lpstr>Segment Header</vt:lpstr>
      <vt:lpstr>Packet Header</vt:lpstr>
      <vt:lpstr>General Frame Header/Trailer</vt:lpstr>
      <vt:lpstr>Important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Address Concepts</dc:title>
  <dc:creator>#LEONG PENG KWAI#</dc:creator>
  <cp:lastModifiedBy>#LEONG PENG KWAI#</cp:lastModifiedBy>
  <cp:revision>1</cp:revision>
  <dcterms:created xsi:type="dcterms:W3CDTF">2023-09-07T09:47:34Z</dcterms:created>
  <dcterms:modified xsi:type="dcterms:W3CDTF">2024-02-06T03:55:44Z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28611d-fe69-484f-b56b-0db8a0d79612_Enabled">
    <vt:lpwstr>true</vt:lpwstr>
  </property>
  <property fmtid="{D5CDD505-2E9C-101B-9397-08002B2CF9AE}" pid="3" name="MSIP_Label_d528611d-fe69-484f-b56b-0db8a0d79612_SetDate">
    <vt:lpwstr>2023-09-07T09:47:42Z</vt:lpwstr>
  </property>
  <property fmtid="{D5CDD505-2E9C-101B-9397-08002B2CF9AE}" pid="4" name="MSIP_Label_d528611d-fe69-484f-b56b-0db8a0d79612_Method">
    <vt:lpwstr>Privileged</vt:lpwstr>
  </property>
  <property fmtid="{D5CDD505-2E9C-101B-9397-08002B2CF9AE}" pid="5" name="MSIP_Label_d528611d-fe69-484f-b56b-0db8a0d79612_Name">
    <vt:lpwstr>Public</vt:lpwstr>
  </property>
  <property fmtid="{D5CDD505-2E9C-101B-9397-08002B2CF9AE}" pid="6" name="MSIP_Label_d528611d-fe69-484f-b56b-0db8a0d79612_SiteId">
    <vt:lpwstr>25a99bf0-8e72-472a-ae50-adfbdf0df6f1</vt:lpwstr>
  </property>
  <property fmtid="{D5CDD505-2E9C-101B-9397-08002B2CF9AE}" pid="7" name="MSIP_Label_d528611d-fe69-484f-b56b-0db8a0d79612_ActionId">
    <vt:lpwstr>21cc923c-7196-4120-b515-a98f706ecf1a</vt:lpwstr>
  </property>
  <property fmtid="{D5CDD505-2E9C-101B-9397-08002B2CF9AE}" pid="8" name="MSIP_Label_d528611d-fe69-484f-b56b-0db8a0d79612_ContentBits">
    <vt:lpwstr>0</vt:lpwstr>
  </property>
</Properties>
</file>