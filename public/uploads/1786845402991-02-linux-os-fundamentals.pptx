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58" r:id="rId2"/>
    <p:sldId id="259" r:id="rId3"/>
    <p:sldId id="277" r:id="rId4"/>
    <p:sldId id="266" r:id="rId5"/>
    <p:sldId id="265" r:id="rId6"/>
    <p:sldId id="278" r:id="rId7"/>
    <p:sldId id="267" r:id="rId8"/>
    <p:sldId id="269" r:id="rId9"/>
    <p:sldId id="268" r:id="rId10"/>
    <p:sldId id="270" r:id="rId11"/>
    <p:sldId id="271" r:id="rId12"/>
    <p:sldId id="272" r:id="rId13"/>
    <p:sldId id="273" r:id="rId14"/>
    <p:sldId id="274" r:id="rId15"/>
    <p:sldId id="279" r:id="rId16"/>
    <p:sldId id="275" r:id="rId17"/>
    <p:sldId id="276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ames Tan Chun Chieh" initials="JTCC" lastIdx="1" clrIdx="0"/>
  <p:cmAuthor id="2" name="James Tan" initials="JT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4E90C"/>
    <a:srgbClr val="CC0000"/>
    <a:srgbClr val="44A5C8"/>
    <a:srgbClr val="0099CC"/>
    <a:srgbClr val="003399"/>
    <a:srgbClr val="009999"/>
    <a:srgbClr val="0066FF"/>
    <a:srgbClr val="0000CC"/>
    <a:srgbClr val="339933"/>
    <a:srgbClr val="F2D5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474" autoAdjust="0"/>
    <p:restoredTop sz="75088" autoAdjust="0"/>
  </p:normalViewPr>
  <p:slideViewPr>
    <p:cSldViewPr>
      <p:cViewPr varScale="1">
        <p:scale>
          <a:sx n="66" d="100"/>
          <a:sy n="66" d="100"/>
        </p:scale>
        <p:origin x="533" y="62"/>
      </p:cViewPr>
      <p:guideLst>
        <p:guide orient="horz" pos="2160"/>
        <p:guide pos="3840"/>
      </p:guideLst>
    </p:cSldViewPr>
  </p:slideViewPr>
  <p:notesTextViewPr>
    <p:cViewPr>
      <p:scale>
        <a:sx n="110" d="100"/>
        <a:sy n="11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dmund WEE (TP)" userId="1aeff9e9-75c8-437e-9382-defeb26b795c" providerId="ADAL" clId="{114014A8-C605-4144-AADB-3E73113CE3EA}"/>
    <pc:docChg chg="undo custSel addSld modSld modMainMaster modNotesMaster">
      <pc:chgData name="Edmund WEE (TP)" userId="1aeff9e9-75c8-437e-9382-defeb26b795c" providerId="ADAL" clId="{114014A8-C605-4144-AADB-3E73113CE3EA}" dt="2026-03-23T01:20:13.009" v="102" actId="20577"/>
      <pc:docMkLst>
        <pc:docMk/>
      </pc:docMkLst>
      <pc:sldChg chg="modSp modNotes">
        <pc:chgData name="Edmund WEE (TP)" userId="1aeff9e9-75c8-437e-9382-defeb26b795c" providerId="ADAL" clId="{114014A8-C605-4144-AADB-3E73113CE3EA}" dt="2026-03-23T01:02:26.104" v="0"/>
        <pc:sldMkLst>
          <pc:docMk/>
          <pc:sldMk cId="0" sldId="258"/>
        </pc:sldMkLst>
        <pc:spChg chg="mod">
          <ac:chgData name="Edmund WEE (TP)" userId="1aeff9e9-75c8-437e-9382-defeb26b795c" providerId="ADAL" clId="{114014A8-C605-4144-AADB-3E73113CE3EA}" dt="2026-03-23T01:02:26.104" v="0"/>
          <ac:spMkLst>
            <pc:docMk/>
            <pc:sldMk cId="0" sldId="258"/>
            <ac:spMk id="5" creationId="{00000000-0000-0000-0000-000000000000}"/>
          </ac:spMkLst>
        </pc:spChg>
        <pc:spChg chg="mod">
          <ac:chgData name="Edmund WEE (TP)" userId="1aeff9e9-75c8-437e-9382-defeb26b795c" providerId="ADAL" clId="{114014A8-C605-4144-AADB-3E73113CE3EA}" dt="2026-03-23T01:02:26.104" v="0"/>
          <ac:spMkLst>
            <pc:docMk/>
            <pc:sldMk cId="0" sldId="258"/>
            <ac:spMk id="6147" creationId="{00000000-0000-0000-0000-000000000000}"/>
          </ac:spMkLst>
        </pc:spChg>
        <pc:spChg chg="mod">
          <ac:chgData name="Edmund WEE (TP)" userId="1aeff9e9-75c8-437e-9382-defeb26b795c" providerId="ADAL" clId="{114014A8-C605-4144-AADB-3E73113CE3EA}" dt="2026-03-23T01:02:26.104" v="0"/>
          <ac:spMkLst>
            <pc:docMk/>
            <pc:sldMk cId="0" sldId="258"/>
            <ac:spMk id="444418" creationId="{00000000-0000-0000-0000-000000000000}"/>
          </ac:spMkLst>
        </pc:spChg>
      </pc:sldChg>
      <pc:sldChg chg="modSp modNotes">
        <pc:chgData name="Edmund WEE (TP)" userId="1aeff9e9-75c8-437e-9382-defeb26b795c" providerId="ADAL" clId="{114014A8-C605-4144-AADB-3E73113CE3EA}" dt="2026-03-23T01:02:26.104" v="0"/>
        <pc:sldMkLst>
          <pc:docMk/>
          <pc:sldMk cId="0" sldId="259"/>
        </pc:sldMkLst>
        <pc:spChg chg="mod">
          <ac:chgData name="Edmund WEE (TP)" userId="1aeff9e9-75c8-437e-9382-defeb26b795c" providerId="ADAL" clId="{114014A8-C605-4144-AADB-3E73113CE3EA}" dt="2026-03-23T01:02:26.104" v="0"/>
          <ac:spMkLst>
            <pc:docMk/>
            <pc:sldMk cId="0" sldId="259"/>
            <ac:spMk id="7171" creationId="{00000000-0000-0000-0000-000000000000}"/>
          </ac:spMkLst>
        </pc:spChg>
        <pc:spChg chg="mod">
          <ac:chgData name="Edmund WEE (TP)" userId="1aeff9e9-75c8-437e-9382-defeb26b795c" providerId="ADAL" clId="{114014A8-C605-4144-AADB-3E73113CE3EA}" dt="2026-03-23T01:02:26.104" v="0"/>
          <ac:spMkLst>
            <pc:docMk/>
            <pc:sldMk cId="0" sldId="259"/>
            <ac:spMk id="7172" creationId="{00000000-0000-0000-0000-000000000000}"/>
          </ac:spMkLst>
        </pc:spChg>
        <pc:spChg chg="mod">
          <ac:chgData name="Edmund WEE (TP)" userId="1aeff9e9-75c8-437e-9382-defeb26b795c" providerId="ADAL" clId="{114014A8-C605-4144-AADB-3E73113CE3EA}" dt="2026-03-23T01:02:26.104" v="0"/>
          <ac:spMkLst>
            <pc:docMk/>
            <pc:sldMk cId="0" sldId="259"/>
            <ac:spMk id="7173" creationId="{00000000-0000-0000-0000-000000000000}"/>
          </ac:spMkLst>
        </pc:spChg>
      </pc:sldChg>
      <pc:sldChg chg="modSp modNotes">
        <pc:chgData name="Edmund WEE (TP)" userId="1aeff9e9-75c8-437e-9382-defeb26b795c" providerId="ADAL" clId="{114014A8-C605-4144-AADB-3E73113CE3EA}" dt="2026-03-23T01:02:26.104" v="0"/>
        <pc:sldMkLst>
          <pc:docMk/>
          <pc:sldMk cId="3418413487" sldId="265"/>
        </pc:sldMkLst>
        <pc:spChg chg="mod">
          <ac:chgData name="Edmund WEE (TP)" userId="1aeff9e9-75c8-437e-9382-defeb26b795c" providerId="ADAL" clId="{114014A8-C605-4144-AADB-3E73113CE3EA}" dt="2026-03-23T01:02:26.104" v="0"/>
          <ac:spMkLst>
            <pc:docMk/>
            <pc:sldMk cId="3418413487" sldId="265"/>
            <ac:spMk id="3" creationId="{5A7BB157-8F2E-510D-F321-98454C82EB66}"/>
          </ac:spMkLst>
        </pc:spChg>
        <pc:spChg chg="mod">
          <ac:chgData name="Edmund WEE (TP)" userId="1aeff9e9-75c8-437e-9382-defeb26b795c" providerId="ADAL" clId="{114014A8-C605-4144-AADB-3E73113CE3EA}" dt="2026-03-23T01:02:26.104" v="0"/>
          <ac:spMkLst>
            <pc:docMk/>
            <pc:sldMk cId="3418413487" sldId="265"/>
            <ac:spMk id="8" creationId="{CFD9FB3F-ACB8-1770-792E-0D590E4F3AF6}"/>
          </ac:spMkLst>
        </pc:spChg>
        <pc:spChg chg="mod">
          <ac:chgData name="Edmund WEE (TP)" userId="1aeff9e9-75c8-437e-9382-defeb26b795c" providerId="ADAL" clId="{114014A8-C605-4144-AADB-3E73113CE3EA}" dt="2026-03-23T01:02:26.104" v="0"/>
          <ac:spMkLst>
            <pc:docMk/>
            <pc:sldMk cId="3418413487" sldId="265"/>
            <ac:spMk id="10" creationId="{A813DB56-DF79-C895-78A5-473E1026CB94}"/>
          </ac:spMkLst>
        </pc:spChg>
        <pc:spChg chg="mod">
          <ac:chgData name="Edmund WEE (TP)" userId="1aeff9e9-75c8-437e-9382-defeb26b795c" providerId="ADAL" clId="{114014A8-C605-4144-AADB-3E73113CE3EA}" dt="2026-03-23T01:02:26.104" v="0"/>
          <ac:spMkLst>
            <pc:docMk/>
            <pc:sldMk cId="3418413487" sldId="265"/>
            <ac:spMk id="12" creationId="{D1A02627-388C-526B-97E7-31F76312C3BD}"/>
          </ac:spMkLst>
        </pc:spChg>
        <pc:spChg chg="mod">
          <ac:chgData name="Edmund WEE (TP)" userId="1aeff9e9-75c8-437e-9382-defeb26b795c" providerId="ADAL" clId="{114014A8-C605-4144-AADB-3E73113CE3EA}" dt="2026-03-23T01:02:26.104" v="0"/>
          <ac:spMkLst>
            <pc:docMk/>
            <pc:sldMk cId="3418413487" sldId="265"/>
            <ac:spMk id="13" creationId="{1B65F977-B53E-E8B6-ABA7-705FC9FC641C}"/>
          </ac:spMkLst>
        </pc:spChg>
        <pc:spChg chg="mod">
          <ac:chgData name="Edmund WEE (TP)" userId="1aeff9e9-75c8-437e-9382-defeb26b795c" providerId="ADAL" clId="{114014A8-C605-4144-AADB-3E73113CE3EA}" dt="2026-03-23T01:02:26.104" v="0"/>
          <ac:spMkLst>
            <pc:docMk/>
            <pc:sldMk cId="3418413487" sldId="265"/>
            <ac:spMk id="14" creationId="{39818661-9A7B-9365-86DE-BDF8A6F9D5A5}"/>
          </ac:spMkLst>
        </pc:spChg>
        <pc:picChg chg="mod">
          <ac:chgData name="Edmund WEE (TP)" userId="1aeff9e9-75c8-437e-9382-defeb26b795c" providerId="ADAL" clId="{114014A8-C605-4144-AADB-3E73113CE3EA}" dt="2026-03-23T01:02:26.104" v="0"/>
          <ac:picMkLst>
            <pc:docMk/>
            <pc:sldMk cId="3418413487" sldId="265"/>
            <ac:picMk id="1028" creationId="{DD3DF921-4A2F-0BDC-1901-04C1B062B589}"/>
          </ac:picMkLst>
        </pc:picChg>
        <pc:picChg chg="mod">
          <ac:chgData name="Edmund WEE (TP)" userId="1aeff9e9-75c8-437e-9382-defeb26b795c" providerId="ADAL" clId="{114014A8-C605-4144-AADB-3E73113CE3EA}" dt="2026-03-23T01:02:26.104" v="0"/>
          <ac:picMkLst>
            <pc:docMk/>
            <pc:sldMk cId="3418413487" sldId="265"/>
            <ac:picMk id="1032" creationId="{6300AC40-14D3-C9BE-E541-279CAB9D7041}"/>
          </ac:picMkLst>
        </pc:picChg>
        <pc:picChg chg="mod">
          <ac:chgData name="Edmund WEE (TP)" userId="1aeff9e9-75c8-437e-9382-defeb26b795c" providerId="ADAL" clId="{114014A8-C605-4144-AADB-3E73113CE3EA}" dt="2026-03-23T01:02:26.104" v="0"/>
          <ac:picMkLst>
            <pc:docMk/>
            <pc:sldMk cId="3418413487" sldId="265"/>
            <ac:picMk id="1034" creationId="{1E854ECE-D485-6C76-AFA4-06A4EB63C6CA}"/>
          </ac:picMkLst>
        </pc:picChg>
        <pc:picChg chg="mod">
          <ac:chgData name="Edmund WEE (TP)" userId="1aeff9e9-75c8-437e-9382-defeb26b795c" providerId="ADAL" clId="{114014A8-C605-4144-AADB-3E73113CE3EA}" dt="2026-03-23T01:02:26.104" v="0"/>
          <ac:picMkLst>
            <pc:docMk/>
            <pc:sldMk cId="3418413487" sldId="265"/>
            <ac:picMk id="1036" creationId="{C346B834-E480-5DE7-A989-E08765586560}"/>
          </ac:picMkLst>
        </pc:picChg>
      </pc:sldChg>
      <pc:sldChg chg="modSp">
        <pc:chgData name="Edmund WEE (TP)" userId="1aeff9e9-75c8-437e-9382-defeb26b795c" providerId="ADAL" clId="{114014A8-C605-4144-AADB-3E73113CE3EA}" dt="2026-03-23T01:02:26.104" v="0"/>
        <pc:sldMkLst>
          <pc:docMk/>
          <pc:sldMk cId="3004575420" sldId="266"/>
        </pc:sldMkLst>
        <pc:spChg chg="mod">
          <ac:chgData name="Edmund WEE (TP)" userId="1aeff9e9-75c8-437e-9382-defeb26b795c" providerId="ADAL" clId="{114014A8-C605-4144-AADB-3E73113CE3EA}" dt="2026-03-23T01:02:26.104" v="0"/>
          <ac:spMkLst>
            <pc:docMk/>
            <pc:sldMk cId="3004575420" sldId="266"/>
            <ac:spMk id="3" creationId="{5A7BB157-8F2E-510D-F321-98454C82EB66}"/>
          </ac:spMkLst>
        </pc:spChg>
        <pc:picChg chg="mod">
          <ac:chgData name="Edmund WEE (TP)" userId="1aeff9e9-75c8-437e-9382-defeb26b795c" providerId="ADAL" clId="{114014A8-C605-4144-AADB-3E73113CE3EA}" dt="2026-03-23T01:02:26.104" v="0"/>
          <ac:picMkLst>
            <pc:docMk/>
            <pc:sldMk cId="3004575420" sldId="266"/>
            <ac:picMk id="5" creationId="{D3D84E4E-DD9B-AE63-37B3-29ECC18E0EDA}"/>
          </ac:picMkLst>
        </pc:picChg>
      </pc:sldChg>
      <pc:sldChg chg="modSp">
        <pc:chgData name="Edmund WEE (TP)" userId="1aeff9e9-75c8-437e-9382-defeb26b795c" providerId="ADAL" clId="{114014A8-C605-4144-AADB-3E73113CE3EA}" dt="2026-03-23T01:02:26.104" v="0"/>
        <pc:sldMkLst>
          <pc:docMk/>
          <pc:sldMk cId="2303984732" sldId="267"/>
        </pc:sldMkLst>
        <pc:spChg chg="mod">
          <ac:chgData name="Edmund WEE (TP)" userId="1aeff9e9-75c8-437e-9382-defeb26b795c" providerId="ADAL" clId="{114014A8-C605-4144-AADB-3E73113CE3EA}" dt="2026-03-23T01:02:26.104" v="0"/>
          <ac:spMkLst>
            <pc:docMk/>
            <pc:sldMk cId="2303984732" sldId="267"/>
            <ac:spMk id="3" creationId="{38FC13DD-F591-245A-2CDB-96E880E75F3E}"/>
          </ac:spMkLst>
        </pc:spChg>
        <pc:picChg chg="mod">
          <ac:chgData name="Edmund WEE (TP)" userId="1aeff9e9-75c8-437e-9382-defeb26b795c" providerId="ADAL" clId="{114014A8-C605-4144-AADB-3E73113CE3EA}" dt="2026-03-23T01:02:26.104" v="0"/>
          <ac:picMkLst>
            <pc:docMk/>
            <pc:sldMk cId="2303984732" sldId="267"/>
            <ac:picMk id="2050" creationId="{580E815C-C7C4-D7BA-0CAE-5CD5D69F0BE9}"/>
          </ac:picMkLst>
        </pc:picChg>
        <pc:picChg chg="mod">
          <ac:chgData name="Edmund WEE (TP)" userId="1aeff9e9-75c8-437e-9382-defeb26b795c" providerId="ADAL" clId="{114014A8-C605-4144-AADB-3E73113CE3EA}" dt="2026-03-23T01:02:26.104" v="0"/>
          <ac:picMkLst>
            <pc:docMk/>
            <pc:sldMk cId="2303984732" sldId="267"/>
            <ac:picMk id="2052" creationId="{FF32BE20-D2C0-678E-49EF-7A43296AE2A8}"/>
          </ac:picMkLst>
        </pc:picChg>
      </pc:sldChg>
      <pc:sldChg chg="modSp">
        <pc:chgData name="Edmund WEE (TP)" userId="1aeff9e9-75c8-437e-9382-defeb26b795c" providerId="ADAL" clId="{114014A8-C605-4144-AADB-3E73113CE3EA}" dt="2026-03-23T01:02:26.104" v="0"/>
        <pc:sldMkLst>
          <pc:docMk/>
          <pc:sldMk cId="2431418112" sldId="268"/>
        </pc:sldMkLst>
        <pc:graphicFrameChg chg="mod">
          <ac:chgData name="Edmund WEE (TP)" userId="1aeff9e9-75c8-437e-9382-defeb26b795c" providerId="ADAL" clId="{114014A8-C605-4144-AADB-3E73113CE3EA}" dt="2026-03-23T01:02:26.104" v="0"/>
          <ac:graphicFrameMkLst>
            <pc:docMk/>
            <pc:sldMk cId="2431418112" sldId="268"/>
            <ac:graphicFrameMk id="6" creationId="{4E45190D-65D8-8A3C-ED15-2DB43EE25E74}"/>
          </ac:graphicFrameMkLst>
        </pc:graphicFrameChg>
      </pc:sldChg>
      <pc:sldChg chg="modSp">
        <pc:chgData name="Edmund WEE (TP)" userId="1aeff9e9-75c8-437e-9382-defeb26b795c" providerId="ADAL" clId="{114014A8-C605-4144-AADB-3E73113CE3EA}" dt="2026-03-23T01:02:26.104" v="0"/>
        <pc:sldMkLst>
          <pc:docMk/>
          <pc:sldMk cId="4168481484" sldId="269"/>
        </pc:sldMkLst>
        <pc:spChg chg="mod">
          <ac:chgData name="Edmund WEE (TP)" userId="1aeff9e9-75c8-437e-9382-defeb26b795c" providerId="ADAL" clId="{114014A8-C605-4144-AADB-3E73113CE3EA}" dt="2026-03-23T01:02:26.104" v="0"/>
          <ac:spMkLst>
            <pc:docMk/>
            <pc:sldMk cId="4168481484" sldId="269"/>
            <ac:spMk id="3" creationId="{8297320E-9F28-FE64-E31A-39C92C5EBB9D}"/>
          </ac:spMkLst>
        </pc:spChg>
      </pc:sldChg>
      <pc:sldChg chg="modSp">
        <pc:chgData name="Edmund WEE (TP)" userId="1aeff9e9-75c8-437e-9382-defeb26b795c" providerId="ADAL" clId="{114014A8-C605-4144-AADB-3E73113CE3EA}" dt="2026-03-23T01:02:26.104" v="0"/>
        <pc:sldMkLst>
          <pc:docMk/>
          <pc:sldMk cId="632889621" sldId="270"/>
        </pc:sldMkLst>
        <pc:graphicFrameChg chg="mod">
          <ac:chgData name="Edmund WEE (TP)" userId="1aeff9e9-75c8-437e-9382-defeb26b795c" providerId="ADAL" clId="{114014A8-C605-4144-AADB-3E73113CE3EA}" dt="2026-03-23T01:02:26.104" v="0"/>
          <ac:graphicFrameMkLst>
            <pc:docMk/>
            <pc:sldMk cId="632889621" sldId="270"/>
            <ac:graphicFrameMk id="3" creationId="{3FA72D44-826C-7D71-1EBB-9320D2D74787}"/>
          </ac:graphicFrameMkLst>
        </pc:graphicFrameChg>
      </pc:sldChg>
      <pc:sldChg chg="modSp">
        <pc:chgData name="Edmund WEE (TP)" userId="1aeff9e9-75c8-437e-9382-defeb26b795c" providerId="ADAL" clId="{114014A8-C605-4144-AADB-3E73113CE3EA}" dt="2026-03-23T01:02:26.104" v="0"/>
        <pc:sldMkLst>
          <pc:docMk/>
          <pc:sldMk cId="1703014448" sldId="271"/>
        </pc:sldMkLst>
        <pc:graphicFrameChg chg="mod">
          <ac:chgData name="Edmund WEE (TP)" userId="1aeff9e9-75c8-437e-9382-defeb26b795c" providerId="ADAL" clId="{114014A8-C605-4144-AADB-3E73113CE3EA}" dt="2026-03-23T01:02:26.104" v="0"/>
          <ac:graphicFrameMkLst>
            <pc:docMk/>
            <pc:sldMk cId="1703014448" sldId="271"/>
            <ac:graphicFrameMk id="5" creationId="{B269BA40-8815-8574-3618-4DB1A1AF82F8}"/>
          </ac:graphicFrameMkLst>
        </pc:graphicFrameChg>
      </pc:sldChg>
      <pc:sldChg chg="modSp modNotes">
        <pc:chgData name="Edmund WEE (TP)" userId="1aeff9e9-75c8-437e-9382-defeb26b795c" providerId="ADAL" clId="{114014A8-C605-4144-AADB-3E73113CE3EA}" dt="2026-03-23T01:02:26.104" v="0"/>
        <pc:sldMkLst>
          <pc:docMk/>
          <pc:sldMk cId="2512545038" sldId="273"/>
        </pc:sldMkLst>
        <pc:picChg chg="mod">
          <ac:chgData name="Edmund WEE (TP)" userId="1aeff9e9-75c8-437e-9382-defeb26b795c" providerId="ADAL" clId="{114014A8-C605-4144-AADB-3E73113CE3EA}" dt="2026-03-23T01:02:26.104" v="0"/>
          <ac:picMkLst>
            <pc:docMk/>
            <pc:sldMk cId="2512545038" sldId="273"/>
            <ac:picMk id="5" creationId="{58E23B59-D4C9-356C-4ACC-D5D5E16BF453}"/>
          </ac:picMkLst>
        </pc:picChg>
        <pc:picChg chg="mod">
          <ac:chgData name="Edmund WEE (TP)" userId="1aeff9e9-75c8-437e-9382-defeb26b795c" providerId="ADAL" clId="{114014A8-C605-4144-AADB-3E73113CE3EA}" dt="2026-03-23T01:02:26.104" v="0"/>
          <ac:picMkLst>
            <pc:docMk/>
            <pc:sldMk cId="2512545038" sldId="273"/>
            <ac:picMk id="7" creationId="{D9A0C3C9-0064-6ECB-5FC8-EB5016A87848}"/>
          </ac:picMkLst>
        </pc:picChg>
      </pc:sldChg>
      <pc:sldChg chg="modSp">
        <pc:chgData name="Edmund WEE (TP)" userId="1aeff9e9-75c8-437e-9382-defeb26b795c" providerId="ADAL" clId="{114014A8-C605-4144-AADB-3E73113CE3EA}" dt="2026-03-23T01:02:26.104" v="0"/>
        <pc:sldMkLst>
          <pc:docMk/>
          <pc:sldMk cId="3907050990" sldId="274"/>
        </pc:sldMkLst>
        <pc:picChg chg="mod">
          <ac:chgData name="Edmund WEE (TP)" userId="1aeff9e9-75c8-437e-9382-defeb26b795c" providerId="ADAL" clId="{114014A8-C605-4144-AADB-3E73113CE3EA}" dt="2026-03-23T01:02:26.104" v="0"/>
          <ac:picMkLst>
            <pc:docMk/>
            <pc:sldMk cId="3907050990" sldId="274"/>
            <ac:picMk id="8" creationId="{105D36FA-7C07-BC09-6801-A3ECA90853BA}"/>
          </ac:picMkLst>
        </pc:picChg>
        <pc:picChg chg="mod">
          <ac:chgData name="Edmund WEE (TP)" userId="1aeff9e9-75c8-437e-9382-defeb26b795c" providerId="ADAL" clId="{114014A8-C605-4144-AADB-3E73113CE3EA}" dt="2026-03-23T01:02:26.104" v="0"/>
          <ac:picMkLst>
            <pc:docMk/>
            <pc:sldMk cId="3907050990" sldId="274"/>
            <ac:picMk id="10" creationId="{096B193B-1B4B-4997-8F6A-0A037514B7F3}"/>
          </ac:picMkLst>
        </pc:picChg>
      </pc:sldChg>
      <pc:sldChg chg="modSp">
        <pc:chgData name="Edmund WEE (TP)" userId="1aeff9e9-75c8-437e-9382-defeb26b795c" providerId="ADAL" clId="{114014A8-C605-4144-AADB-3E73113CE3EA}" dt="2026-03-23T01:02:26.104" v="0"/>
        <pc:sldMkLst>
          <pc:docMk/>
          <pc:sldMk cId="1371172401" sldId="275"/>
        </pc:sldMkLst>
        <pc:spChg chg="mod">
          <ac:chgData name="Edmund WEE (TP)" userId="1aeff9e9-75c8-437e-9382-defeb26b795c" providerId="ADAL" clId="{114014A8-C605-4144-AADB-3E73113CE3EA}" dt="2026-03-23T01:02:26.104" v="0"/>
          <ac:spMkLst>
            <pc:docMk/>
            <pc:sldMk cId="1371172401" sldId="275"/>
            <ac:spMk id="3" creationId="{CDB9D8FF-FA7E-908A-59CF-4E59225E8CF7}"/>
          </ac:spMkLst>
        </pc:spChg>
      </pc:sldChg>
      <pc:sldChg chg="modSp">
        <pc:chgData name="Edmund WEE (TP)" userId="1aeff9e9-75c8-437e-9382-defeb26b795c" providerId="ADAL" clId="{114014A8-C605-4144-AADB-3E73113CE3EA}" dt="2026-03-23T01:02:26.104" v="0"/>
        <pc:sldMkLst>
          <pc:docMk/>
          <pc:sldMk cId="2001541735" sldId="276"/>
        </pc:sldMkLst>
        <pc:picChg chg="mod">
          <ac:chgData name="Edmund WEE (TP)" userId="1aeff9e9-75c8-437e-9382-defeb26b795c" providerId="ADAL" clId="{114014A8-C605-4144-AADB-3E73113CE3EA}" dt="2026-03-23T01:02:26.104" v="0"/>
          <ac:picMkLst>
            <pc:docMk/>
            <pc:sldMk cId="2001541735" sldId="276"/>
            <ac:picMk id="5" creationId="{CEC466CF-86D5-3288-6682-9C0330C55100}"/>
          </ac:picMkLst>
        </pc:picChg>
      </pc:sldChg>
      <pc:sldChg chg="addSp delSp modSp new mod modClrScheme chgLayout">
        <pc:chgData name="Edmund WEE (TP)" userId="1aeff9e9-75c8-437e-9382-defeb26b795c" providerId="ADAL" clId="{114014A8-C605-4144-AADB-3E73113CE3EA}" dt="2026-03-23T01:19:11.233" v="38" actId="20577"/>
        <pc:sldMkLst>
          <pc:docMk/>
          <pc:sldMk cId="3553096788" sldId="277"/>
        </pc:sldMkLst>
        <pc:spChg chg="del mod ord">
          <ac:chgData name="Edmund WEE (TP)" userId="1aeff9e9-75c8-437e-9382-defeb26b795c" providerId="ADAL" clId="{114014A8-C605-4144-AADB-3E73113CE3EA}" dt="2026-03-23T01:18:56.750" v="2" actId="700"/>
          <ac:spMkLst>
            <pc:docMk/>
            <pc:sldMk cId="3553096788" sldId="277"/>
            <ac:spMk id="2" creationId="{ACD2911D-5A1C-EC5B-10C5-56B598064BEE}"/>
          </ac:spMkLst>
        </pc:spChg>
        <pc:spChg chg="del mod ord">
          <ac:chgData name="Edmund WEE (TP)" userId="1aeff9e9-75c8-437e-9382-defeb26b795c" providerId="ADAL" clId="{114014A8-C605-4144-AADB-3E73113CE3EA}" dt="2026-03-23T01:18:56.750" v="2" actId="700"/>
          <ac:spMkLst>
            <pc:docMk/>
            <pc:sldMk cId="3553096788" sldId="277"/>
            <ac:spMk id="3" creationId="{32913C09-ECC0-880F-2811-2CE2778BE83A}"/>
          </ac:spMkLst>
        </pc:spChg>
        <pc:spChg chg="add mod ord">
          <ac:chgData name="Edmund WEE (TP)" userId="1aeff9e9-75c8-437e-9382-defeb26b795c" providerId="ADAL" clId="{114014A8-C605-4144-AADB-3E73113CE3EA}" dt="2026-03-23T01:19:11.233" v="38" actId="20577"/>
          <ac:spMkLst>
            <pc:docMk/>
            <pc:sldMk cId="3553096788" sldId="277"/>
            <ac:spMk id="4" creationId="{90B8E1F4-9282-101C-2296-CB376AED81D0}"/>
          </ac:spMkLst>
        </pc:spChg>
        <pc:spChg chg="add mod ord">
          <ac:chgData name="Edmund WEE (TP)" userId="1aeff9e9-75c8-437e-9382-defeb26b795c" providerId="ADAL" clId="{114014A8-C605-4144-AADB-3E73113CE3EA}" dt="2026-03-23T01:19:02.043" v="9" actId="20577"/>
          <ac:spMkLst>
            <pc:docMk/>
            <pc:sldMk cId="3553096788" sldId="277"/>
            <ac:spMk id="5" creationId="{E584E860-62B4-01A8-4F8D-E4D29CF26E95}"/>
          </ac:spMkLst>
        </pc:spChg>
      </pc:sldChg>
      <pc:sldChg chg="addSp delSp modSp new mod modClrScheme chgLayout">
        <pc:chgData name="Edmund WEE (TP)" userId="1aeff9e9-75c8-437e-9382-defeb26b795c" providerId="ADAL" clId="{114014A8-C605-4144-AADB-3E73113CE3EA}" dt="2026-03-23T01:19:40.816" v="69" actId="20577"/>
        <pc:sldMkLst>
          <pc:docMk/>
          <pc:sldMk cId="2709442332" sldId="278"/>
        </pc:sldMkLst>
        <pc:spChg chg="del mod ord">
          <ac:chgData name="Edmund WEE (TP)" userId="1aeff9e9-75c8-437e-9382-defeb26b795c" providerId="ADAL" clId="{114014A8-C605-4144-AADB-3E73113CE3EA}" dt="2026-03-23T01:19:27.613" v="40" actId="700"/>
          <ac:spMkLst>
            <pc:docMk/>
            <pc:sldMk cId="2709442332" sldId="278"/>
            <ac:spMk id="2" creationId="{2470B190-57A6-72FF-B80E-2E2EEC34F07F}"/>
          </ac:spMkLst>
        </pc:spChg>
        <pc:spChg chg="del mod ord">
          <ac:chgData name="Edmund WEE (TP)" userId="1aeff9e9-75c8-437e-9382-defeb26b795c" providerId="ADAL" clId="{114014A8-C605-4144-AADB-3E73113CE3EA}" dt="2026-03-23T01:19:27.613" v="40" actId="700"/>
          <ac:spMkLst>
            <pc:docMk/>
            <pc:sldMk cId="2709442332" sldId="278"/>
            <ac:spMk id="3" creationId="{25C34142-A333-2973-0C28-C429692E994A}"/>
          </ac:spMkLst>
        </pc:spChg>
        <pc:spChg chg="add mod ord">
          <ac:chgData name="Edmund WEE (TP)" userId="1aeff9e9-75c8-437e-9382-defeb26b795c" providerId="ADAL" clId="{114014A8-C605-4144-AADB-3E73113CE3EA}" dt="2026-03-23T01:19:40.816" v="69" actId="20577"/>
          <ac:spMkLst>
            <pc:docMk/>
            <pc:sldMk cId="2709442332" sldId="278"/>
            <ac:spMk id="4" creationId="{9FD5A159-2651-1377-1B95-ED61DE21D543}"/>
          </ac:spMkLst>
        </pc:spChg>
        <pc:spChg chg="add mod ord">
          <ac:chgData name="Edmund WEE (TP)" userId="1aeff9e9-75c8-437e-9382-defeb26b795c" providerId="ADAL" clId="{114014A8-C605-4144-AADB-3E73113CE3EA}" dt="2026-03-23T01:19:27.613" v="40" actId="700"/>
          <ac:spMkLst>
            <pc:docMk/>
            <pc:sldMk cId="2709442332" sldId="278"/>
            <ac:spMk id="5" creationId="{C01B27AE-12D4-D93E-5DD1-0BBD1C653E70}"/>
          </ac:spMkLst>
        </pc:spChg>
      </pc:sldChg>
      <pc:sldChg chg="addSp delSp modSp new mod modClrScheme chgLayout">
        <pc:chgData name="Edmund WEE (TP)" userId="1aeff9e9-75c8-437e-9382-defeb26b795c" providerId="ADAL" clId="{114014A8-C605-4144-AADB-3E73113CE3EA}" dt="2026-03-23T01:20:13.009" v="102" actId="20577"/>
        <pc:sldMkLst>
          <pc:docMk/>
          <pc:sldMk cId="2834051488" sldId="279"/>
        </pc:sldMkLst>
        <pc:spChg chg="del mod ord">
          <ac:chgData name="Edmund WEE (TP)" userId="1aeff9e9-75c8-437e-9382-defeb26b795c" providerId="ADAL" clId="{114014A8-C605-4144-AADB-3E73113CE3EA}" dt="2026-03-23T01:20:03.507" v="71" actId="700"/>
          <ac:spMkLst>
            <pc:docMk/>
            <pc:sldMk cId="2834051488" sldId="279"/>
            <ac:spMk id="2" creationId="{8D06A6D4-B98F-E1B1-739E-C0F8FE138796}"/>
          </ac:spMkLst>
        </pc:spChg>
        <pc:spChg chg="del mod ord">
          <ac:chgData name="Edmund WEE (TP)" userId="1aeff9e9-75c8-437e-9382-defeb26b795c" providerId="ADAL" clId="{114014A8-C605-4144-AADB-3E73113CE3EA}" dt="2026-03-23T01:20:03.507" v="71" actId="700"/>
          <ac:spMkLst>
            <pc:docMk/>
            <pc:sldMk cId="2834051488" sldId="279"/>
            <ac:spMk id="3" creationId="{41ECF22B-F178-766F-E391-CC1BC8184886}"/>
          </ac:spMkLst>
        </pc:spChg>
        <pc:spChg chg="add mod ord">
          <ac:chgData name="Edmund WEE (TP)" userId="1aeff9e9-75c8-437e-9382-defeb26b795c" providerId="ADAL" clId="{114014A8-C605-4144-AADB-3E73113CE3EA}" dt="2026-03-23T01:20:13.009" v="102" actId="20577"/>
          <ac:spMkLst>
            <pc:docMk/>
            <pc:sldMk cId="2834051488" sldId="279"/>
            <ac:spMk id="4" creationId="{70B080E2-E447-5DE8-F89E-C5D1229E426C}"/>
          </ac:spMkLst>
        </pc:spChg>
        <pc:spChg chg="add mod ord">
          <ac:chgData name="Edmund WEE (TP)" userId="1aeff9e9-75c8-437e-9382-defeb26b795c" providerId="ADAL" clId="{114014A8-C605-4144-AADB-3E73113CE3EA}" dt="2026-03-23T01:20:03.507" v="71" actId="700"/>
          <ac:spMkLst>
            <pc:docMk/>
            <pc:sldMk cId="2834051488" sldId="279"/>
            <ac:spMk id="5" creationId="{B2724626-6C10-6495-B666-AAF0F4AE9BAD}"/>
          </ac:spMkLst>
        </pc:spChg>
      </pc:sldChg>
      <pc:sldMasterChg chg="modSp modSldLayout">
        <pc:chgData name="Edmund WEE (TP)" userId="1aeff9e9-75c8-437e-9382-defeb26b795c" providerId="ADAL" clId="{114014A8-C605-4144-AADB-3E73113CE3EA}" dt="2026-03-23T01:02:26.104" v="0"/>
        <pc:sldMasterMkLst>
          <pc:docMk/>
          <pc:sldMasterMk cId="3405395716" sldId="2147483648"/>
        </pc:sldMasterMkLst>
        <pc:spChg chg="mod">
          <ac:chgData name="Edmund WEE (TP)" userId="1aeff9e9-75c8-437e-9382-defeb26b795c" providerId="ADAL" clId="{114014A8-C605-4144-AADB-3E73113CE3EA}" dt="2026-03-23T01:02:26.104" v="0"/>
          <ac:spMkLst>
            <pc:docMk/>
            <pc:sldMasterMk cId="3405395716" sldId="2147483648"/>
            <ac:spMk id="2" creationId="{00000000-0000-0000-0000-000000000000}"/>
          </ac:spMkLst>
        </pc:spChg>
        <pc:spChg chg="mod">
          <ac:chgData name="Edmund WEE (TP)" userId="1aeff9e9-75c8-437e-9382-defeb26b795c" providerId="ADAL" clId="{114014A8-C605-4144-AADB-3E73113CE3EA}" dt="2026-03-23T01:02:26.104" v="0"/>
          <ac:spMkLst>
            <pc:docMk/>
            <pc:sldMasterMk cId="3405395716" sldId="2147483648"/>
            <ac:spMk id="3" creationId="{00000000-0000-0000-0000-000000000000}"/>
          </ac:spMkLst>
        </pc:spChg>
        <pc:sldLayoutChg chg="modSp">
          <pc:chgData name="Edmund WEE (TP)" userId="1aeff9e9-75c8-437e-9382-defeb26b795c" providerId="ADAL" clId="{114014A8-C605-4144-AADB-3E73113CE3EA}" dt="2026-03-23T01:02:26.104" v="0"/>
          <pc:sldLayoutMkLst>
            <pc:docMk/>
            <pc:sldMasterMk cId="3405395716" sldId="2147483648"/>
            <pc:sldLayoutMk cId="1315035339" sldId="2147483649"/>
          </pc:sldLayoutMkLst>
          <pc:spChg chg="mod">
            <ac:chgData name="Edmund WEE (TP)" userId="1aeff9e9-75c8-437e-9382-defeb26b795c" providerId="ADAL" clId="{114014A8-C605-4144-AADB-3E73113CE3EA}" dt="2026-03-23T01:02:26.104" v="0"/>
            <ac:spMkLst>
              <pc:docMk/>
              <pc:sldMasterMk cId="3405395716" sldId="2147483648"/>
              <pc:sldLayoutMk cId="1315035339" sldId="2147483649"/>
              <ac:spMk id="2" creationId="{00000000-0000-0000-0000-000000000000}"/>
            </ac:spMkLst>
          </pc:spChg>
          <pc:spChg chg="mod">
            <ac:chgData name="Edmund WEE (TP)" userId="1aeff9e9-75c8-437e-9382-defeb26b795c" providerId="ADAL" clId="{114014A8-C605-4144-AADB-3E73113CE3EA}" dt="2026-03-23T01:02:26.104" v="0"/>
            <ac:spMkLst>
              <pc:docMk/>
              <pc:sldMasterMk cId="3405395716" sldId="2147483648"/>
              <pc:sldLayoutMk cId="1315035339" sldId="2147483649"/>
              <ac:spMk id="3" creationId="{00000000-0000-0000-0000-000000000000}"/>
            </ac:spMkLst>
          </pc:spChg>
          <pc:spChg chg="mod">
            <ac:chgData name="Edmund WEE (TP)" userId="1aeff9e9-75c8-437e-9382-defeb26b795c" providerId="ADAL" clId="{114014A8-C605-4144-AADB-3E73113CE3EA}" dt="2026-03-23T01:02:26.104" v="0"/>
            <ac:spMkLst>
              <pc:docMk/>
              <pc:sldMasterMk cId="3405395716" sldId="2147483648"/>
              <pc:sldLayoutMk cId="1315035339" sldId="2147483649"/>
              <ac:spMk id="5" creationId="{00000000-0000-0000-0000-000000000000}"/>
            </ac:spMkLst>
          </pc:spChg>
          <pc:spChg chg="mod">
            <ac:chgData name="Edmund WEE (TP)" userId="1aeff9e9-75c8-437e-9382-defeb26b795c" providerId="ADAL" clId="{114014A8-C605-4144-AADB-3E73113CE3EA}" dt="2026-03-23T01:02:26.104" v="0"/>
            <ac:spMkLst>
              <pc:docMk/>
              <pc:sldMasterMk cId="3405395716" sldId="2147483648"/>
              <pc:sldLayoutMk cId="1315035339" sldId="2147483649"/>
              <ac:spMk id="11" creationId="{00000000-0000-0000-0000-000000000000}"/>
            </ac:spMkLst>
          </pc:spChg>
          <pc:spChg chg="mod">
            <ac:chgData name="Edmund WEE (TP)" userId="1aeff9e9-75c8-437e-9382-defeb26b795c" providerId="ADAL" clId="{114014A8-C605-4144-AADB-3E73113CE3EA}" dt="2026-03-23T01:02:26.104" v="0"/>
            <ac:spMkLst>
              <pc:docMk/>
              <pc:sldMasterMk cId="3405395716" sldId="2147483648"/>
              <pc:sldLayoutMk cId="1315035339" sldId="2147483649"/>
              <ac:spMk id="12" creationId="{00000000-0000-0000-0000-000000000000}"/>
            </ac:spMkLst>
          </pc:spChg>
          <pc:picChg chg="mod">
            <ac:chgData name="Edmund WEE (TP)" userId="1aeff9e9-75c8-437e-9382-defeb26b795c" providerId="ADAL" clId="{114014A8-C605-4144-AADB-3E73113CE3EA}" dt="2026-03-23T01:02:26.104" v="0"/>
            <ac:picMkLst>
              <pc:docMk/>
              <pc:sldMasterMk cId="3405395716" sldId="2147483648"/>
              <pc:sldLayoutMk cId="1315035339" sldId="2147483649"/>
              <ac:picMk id="8" creationId="{00000000-0000-0000-0000-000000000000}"/>
            </ac:picMkLst>
          </pc:picChg>
        </pc:sldLayoutChg>
        <pc:sldLayoutChg chg="modSp">
          <pc:chgData name="Edmund WEE (TP)" userId="1aeff9e9-75c8-437e-9382-defeb26b795c" providerId="ADAL" clId="{114014A8-C605-4144-AADB-3E73113CE3EA}" dt="2026-03-23T01:02:26.104" v="0"/>
          <pc:sldLayoutMkLst>
            <pc:docMk/>
            <pc:sldMasterMk cId="3405395716" sldId="2147483648"/>
            <pc:sldLayoutMk cId="2872698530" sldId="2147483650"/>
          </pc:sldLayoutMkLst>
          <pc:spChg chg="mod">
            <ac:chgData name="Edmund WEE (TP)" userId="1aeff9e9-75c8-437e-9382-defeb26b795c" providerId="ADAL" clId="{114014A8-C605-4144-AADB-3E73113CE3EA}" dt="2026-03-23T01:02:26.104" v="0"/>
            <ac:spMkLst>
              <pc:docMk/>
              <pc:sldMasterMk cId="3405395716" sldId="2147483648"/>
              <pc:sldLayoutMk cId="2872698530" sldId="2147483650"/>
              <ac:spMk id="2" creationId="{00000000-0000-0000-0000-000000000000}"/>
            </ac:spMkLst>
          </pc:spChg>
          <pc:spChg chg="mod">
            <ac:chgData name="Edmund WEE (TP)" userId="1aeff9e9-75c8-437e-9382-defeb26b795c" providerId="ADAL" clId="{114014A8-C605-4144-AADB-3E73113CE3EA}" dt="2026-03-23T01:02:26.104" v="0"/>
            <ac:spMkLst>
              <pc:docMk/>
              <pc:sldMasterMk cId="3405395716" sldId="2147483648"/>
              <pc:sldLayoutMk cId="2872698530" sldId="2147483650"/>
              <ac:spMk id="3" creationId="{00000000-0000-0000-0000-000000000000}"/>
            </ac:spMkLst>
          </pc:spChg>
          <pc:spChg chg="mod">
            <ac:chgData name="Edmund WEE (TP)" userId="1aeff9e9-75c8-437e-9382-defeb26b795c" providerId="ADAL" clId="{114014A8-C605-4144-AADB-3E73113CE3EA}" dt="2026-03-23T01:02:26.104" v="0"/>
            <ac:spMkLst>
              <pc:docMk/>
              <pc:sldMasterMk cId="3405395716" sldId="2147483648"/>
              <pc:sldLayoutMk cId="2872698530" sldId="2147483650"/>
              <ac:spMk id="5" creationId="{00000000-0000-0000-0000-000000000000}"/>
            </ac:spMkLst>
          </pc:spChg>
          <pc:spChg chg="mod">
            <ac:chgData name="Edmund WEE (TP)" userId="1aeff9e9-75c8-437e-9382-defeb26b795c" providerId="ADAL" clId="{114014A8-C605-4144-AADB-3E73113CE3EA}" dt="2026-03-23T01:02:26.104" v="0"/>
            <ac:spMkLst>
              <pc:docMk/>
              <pc:sldMasterMk cId="3405395716" sldId="2147483648"/>
              <pc:sldLayoutMk cId="2872698530" sldId="2147483650"/>
              <ac:spMk id="6" creationId="{00000000-0000-0000-0000-000000000000}"/>
            </ac:spMkLst>
          </pc:spChg>
          <pc:spChg chg="mod">
            <ac:chgData name="Edmund WEE (TP)" userId="1aeff9e9-75c8-437e-9382-defeb26b795c" providerId="ADAL" clId="{114014A8-C605-4144-AADB-3E73113CE3EA}" dt="2026-03-23T01:02:26.104" v="0"/>
            <ac:spMkLst>
              <pc:docMk/>
              <pc:sldMasterMk cId="3405395716" sldId="2147483648"/>
              <pc:sldLayoutMk cId="2872698530" sldId="2147483650"/>
              <ac:spMk id="7" creationId="{00000000-0000-0000-0000-000000000000}"/>
            </ac:spMkLst>
          </pc:spChg>
        </pc:sldLayoutChg>
        <pc:sldLayoutChg chg="modSp">
          <pc:chgData name="Edmund WEE (TP)" userId="1aeff9e9-75c8-437e-9382-defeb26b795c" providerId="ADAL" clId="{114014A8-C605-4144-AADB-3E73113CE3EA}" dt="2026-03-23T01:02:26.104" v="0"/>
          <pc:sldLayoutMkLst>
            <pc:docMk/>
            <pc:sldMasterMk cId="3405395716" sldId="2147483648"/>
            <pc:sldLayoutMk cId="1545594437" sldId="2147483651"/>
          </pc:sldLayoutMkLst>
          <pc:spChg chg="mod">
            <ac:chgData name="Edmund WEE (TP)" userId="1aeff9e9-75c8-437e-9382-defeb26b795c" providerId="ADAL" clId="{114014A8-C605-4144-AADB-3E73113CE3EA}" dt="2026-03-23T01:02:26.104" v="0"/>
            <ac:spMkLst>
              <pc:docMk/>
              <pc:sldMasterMk cId="3405395716" sldId="2147483648"/>
              <pc:sldLayoutMk cId="1545594437" sldId="2147483651"/>
              <ac:spMk id="2" creationId="{00000000-0000-0000-0000-000000000000}"/>
            </ac:spMkLst>
          </pc:spChg>
          <pc:spChg chg="mod">
            <ac:chgData name="Edmund WEE (TP)" userId="1aeff9e9-75c8-437e-9382-defeb26b795c" providerId="ADAL" clId="{114014A8-C605-4144-AADB-3E73113CE3EA}" dt="2026-03-23T01:02:26.104" v="0"/>
            <ac:spMkLst>
              <pc:docMk/>
              <pc:sldMasterMk cId="3405395716" sldId="2147483648"/>
              <pc:sldLayoutMk cId="1545594437" sldId="2147483651"/>
              <ac:spMk id="3" creationId="{00000000-0000-0000-0000-000000000000}"/>
            </ac:spMkLst>
          </pc:spChg>
          <pc:spChg chg="mod">
            <ac:chgData name="Edmund WEE (TP)" userId="1aeff9e9-75c8-437e-9382-defeb26b795c" providerId="ADAL" clId="{114014A8-C605-4144-AADB-3E73113CE3EA}" dt="2026-03-23T01:02:26.104" v="0"/>
            <ac:spMkLst>
              <pc:docMk/>
              <pc:sldMasterMk cId="3405395716" sldId="2147483648"/>
              <pc:sldLayoutMk cId="1545594437" sldId="2147483651"/>
              <ac:spMk id="4" creationId="{00000000-0000-0000-0000-000000000000}"/>
            </ac:spMkLst>
          </pc:spChg>
          <pc:spChg chg="mod">
            <ac:chgData name="Edmund WEE (TP)" userId="1aeff9e9-75c8-437e-9382-defeb26b795c" providerId="ADAL" clId="{114014A8-C605-4144-AADB-3E73113CE3EA}" dt="2026-03-23T01:02:26.104" v="0"/>
            <ac:spMkLst>
              <pc:docMk/>
              <pc:sldMasterMk cId="3405395716" sldId="2147483648"/>
              <pc:sldLayoutMk cId="1545594437" sldId="2147483651"/>
              <ac:spMk id="5" creationId="{00000000-0000-0000-0000-000000000000}"/>
            </ac:spMkLst>
          </pc:spChg>
          <pc:spChg chg="mod">
            <ac:chgData name="Edmund WEE (TP)" userId="1aeff9e9-75c8-437e-9382-defeb26b795c" providerId="ADAL" clId="{114014A8-C605-4144-AADB-3E73113CE3EA}" dt="2026-03-23T01:02:26.104" v="0"/>
            <ac:spMkLst>
              <pc:docMk/>
              <pc:sldMasterMk cId="3405395716" sldId="2147483648"/>
              <pc:sldLayoutMk cId="1545594437" sldId="2147483651"/>
              <ac:spMk id="6" creationId="{00000000-0000-0000-0000-000000000000}"/>
            </ac:spMkLst>
          </pc:spChg>
        </pc:sldLayoutChg>
        <pc:sldLayoutChg chg="modSp">
          <pc:chgData name="Edmund WEE (TP)" userId="1aeff9e9-75c8-437e-9382-defeb26b795c" providerId="ADAL" clId="{114014A8-C605-4144-AADB-3E73113CE3EA}" dt="2026-03-23T01:02:26.104" v="0"/>
          <pc:sldLayoutMkLst>
            <pc:docMk/>
            <pc:sldMasterMk cId="3405395716" sldId="2147483648"/>
            <pc:sldLayoutMk cId="1153945775" sldId="2147483652"/>
          </pc:sldLayoutMkLst>
          <pc:spChg chg="mod">
            <ac:chgData name="Edmund WEE (TP)" userId="1aeff9e9-75c8-437e-9382-defeb26b795c" providerId="ADAL" clId="{114014A8-C605-4144-AADB-3E73113CE3EA}" dt="2026-03-23T01:02:26.104" v="0"/>
            <ac:spMkLst>
              <pc:docMk/>
              <pc:sldMasterMk cId="3405395716" sldId="2147483648"/>
              <pc:sldLayoutMk cId="1153945775" sldId="2147483652"/>
              <ac:spMk id="3" creationId="{00000000-0000-0000-0000-000000000000}"/>
            </ac:spMkLst>
          </pc:spChg>
          <pc:spChg chg="mod">
            <ac:chgData name="Edmund WEE (TP)" userId="1aeff9e9-75c8-437e-9382-defeb26b795c" providerId="ADAL" clId="{114014A8-C605-4144-AADB-3E73113CE3EA}" dt="2026-03-23T01:02:26.104" v="0"/>
            <ac:spMkLst>
              <pc:docMk/>
              <pc:sldMasterMk cId="3405395716" sldId="2147483648"/>
              <pc:sldLayoutMk cId="1153945775" sldId="2147483652"/>
              <ac:spMk id="4" creationId="{00000000-0000-0000-0000-000000000000}"/>
            </ac:spMkLst>
          </pc:spChg>
          <pc:spChg chg="mod">
            <ac:chgData name="Edmund WEE (TP)" userId="1aeff9e9-75c8-437e-9382-defeb26b795c" providerId="ADAL" clId="{114014A8-C605-4144-AADB-3E73113CE3EA}" dt="2026-03-23T01:02:26.104" v="0"/>
            <ac:spMkLst>
              <pc:docMk/>
              <pc:sldMasterMk cId="3405395716" sldId="2147483648"/>
              <pc:sldLayoutMk cId="1153945775" sldId="2147483652"/>
              <ac:spMk id="5" creationId="{00000000-0000-0000-0000-000000000000}"/>
            </ac:spMkLst>
          </pc:spChg>
          <pc:spChg chg="mod">
            <ac:chgData name="Edmund WEE (TP)" userId="1aeff9e9-75c8-437e-9382-defeb26b795c" providerId="ADAL" clId="{114014A8-C605-4144-AADB-3E73113CE3EA}" dt="2026-03-23T01:02:26.104" v="0"/>
            <ac:spMkLst>
              <pc:docMk/>
              <pc:sldMasterMk cId="3405395716" sldId="2147483648"/>
              <pc:sldLayoutMk cId="1153945775" sldId="2147483652"/>
              <ac:spMk id="6" creationId="{00000000-0000-0000-0000-000000000000}"/>
            </ac:spMkLst>
          </pc:spChg>
          <pc:spChg chg="mod">
            <ac:chgData name="Edmund WEE (TP)" userId="1aeff9e9-75c8-437e-9382-defeb26b795c" providerId="ADAL" clId="{114014A8-C605-4144-AADB-3E73113CE3EA}" dt="2026-03-23T01:02:26.104" v="0"/>
            <ac:spMkLst>
              <pc:docMk/>
              <pc:sldMasterMk cId="3405395716" sldId="2147483648"/>
              <pc:sldLayoutMk cId="1153945775" sldId="2147483652"/>
              <ac:spMk id="7" creationId="{00000000-0000-0000-0000-000000000000}"/>
            </ac:spMkLst>
          </pc:spChg>
        </pc:sldLayoutChg>
        <pc:sldLayoutChg chg="modSp">
          <pc:chgData name="Edmund WEE (TP)" userId="1aeff9e9-75c8-437e-9382-defeb26b795c" providerId="ADAL" clId="{114014A8-C605-4144-AADB-3E73113CE3EA}" dt="2026-03-23T01:02:26.104" v="0"/>
          <pc:sldLayoutMkLst>
            <pc:docMk/>
            <pc:sldMasterMk cId="3405395716" sldId="2147483648"/>
            <pc:sldLayoutMk cId="3407038121" sldId="2147483653"/>
          </pc:sldLayoutMkLst>
          <pc:spChg chg="mod">
            <ac:chgData name="Edmund WEE (TP)" userId="1aeff9e9-75c8-437e-9382-defeb26b795c" providerId="ADAL" clId="{114014A8-C605-4144-AADB-3E73113CE3EA}" dt="2026-03-23T01:02:26.104" v="0"/>
            <ac:spMkLst>
              <pc:docMk/>
              <pc:sldMasterMk cId="3405395716" sldId="2147483648"/>
              <pc:sldLayoutMk cId="3407038121" sldId="2147483653"/>
              <ac:spMk id="3" creationId="{00000000-0000-0000-0000-000000000000}"/>
            </ac:spMkLst>
          </pc:spChg>
          <pc:spChg chg="mod">
            <ac:chgData name="Edmund WEE (TP)" userId="1aeff9e9-75c8-437e-9382-defeb26b795c" providerId="ADAL" clId="{114014A8-C605-4144-AADB-3E73113CE3EA}" dt="2026-03-23T01:02:26.104" v="0"/>
            <ac:spMkLst>
              <pc:docMk/>
              <pc:sldMasterMk cId="3405395716" sldId="2147483648"/>
              <pc:sldLayoutMk cId="3407038121" sldId="2147483653"/>
              <ac:spMk id="4" creationId="{00000000-0000-0000-0000-000000000000}"/>
            </ac:spMkLst>
          </pc:spChg>
          <pc:spChg chg="mod">
            <ac:chgData name="Edmund WEE (TP)" userId="1aeff9e9-75c8-437e-9382-defeb26b795c" providerId="ADAL" clId="{114014A8-C605-4144-AADB-3E73113CE3EA}" dt="2026-03-23T01:02:26.104" v="0"/>
            <ac:spMkLst>
              <pc:docMk/>
              <pc:sldMasterMk cId="3405395716" sldId="2147483648"/>
              <pc:sldLayoutMk cId="3407038121" sldId="2147483653"/>
              <ac:spMk id="5" creationId="{00000000-0000-0000-0000-000000000000}"/>
            </ac:spMkLst>
          </pc:spChg>
          <pc:spChg chg="mod">
            <ac:chgData name="Edmund WEE (TP)" userId="1aeff9e9-75c8-437e-9382-defeb26b795c" providerId="ADAL" clId="{114014A8-C605-4144-AADB-3E73113CE3EA}" dt="2026-03-23T01:02:26.104" v="0"/>
            <ac:spMkLst>
              <pc:docMk/>
              <pc:sldMasterMk cId="3405395716" sldId="2147483648"/>
              <pc:sldLayoutMk cId="3407038121" sldId="2147483653"/>
              <ac:spMk id="6" creationId="{00000000-0000-0000-0000-000000000000}"/>
            </ac:spMkLst>
          </pc:spChg>
          <pc:spChg chg="mod">
            <ac:chgData name="Edmund WEE (TP)" userId="1aeff9e9-75c8-437e-9382-defeb26b795c" providerId="ADAL" clId="{114014A8-C605-4144-AADB-3E73113CE3EA}" dt="2026-03-23T01:02:26.104" v="0"/>
            <ac:spMkLst>
              <pc:docMk/>
              <pc:sldMasterMk cId="3405395716" sldId="2147483648"/>
              <pc:sldLayoutMk cId="3407038121" sldId="2147483653"/>
              <ac:spMk id="7" creationId="{00000000-0000-0000-0000-000000000000}"/>
            </ac:spMkLst>
          </pc:spChg>
          <pc:spChg chg="mod">
            <ac:chgData name="Edmund WEE (TP)" userId="1aeff9e9-75c8-437e-9382-defeb26b795c" providerId="ADAL" clId="{114014A8-C605-4144-AADB-3E73113CE3EA}" dt="2026-03-23T01:02:26.104" v="0"/>
            <ac:spMkLst>
              <pc:docMk/>
              <pc:sldMasterMk cId="3405395716" sldId="2147483648"/>
              <pc:sldLayoutMk cId="3407038121" sldId="2147483653"/>
              <ac:spMk id="8" creationId="{00000000-0000-0000-0000-000000000000}"/>
            </ac:spMkLst>
          </pc:spChg>
          <pc:spChg chg="mod">
            <ac:chgData name="Edmund WEE (TP)" userId="1aeff9e9-75c8-437e-9382-defeb26b795c" providerId="ADAL" clId="{114014A8-C605-4144-AADB-3E73113CE3EA}" dt="2026-03-23T01:02:26.104" v="0"/>
            <ac:spMkLst>
              <pc:docMk/>
              <pc:sldMasterMk cId="3405395716" sldId="2147483648"/>
              <pc:sldLayoutMk cId="3407038121" sldId="2147483653"/>
              <ac:spMk id="9" creationId="{00000000-0000-0000-0000-000000000000}"/>
            </ac:spMkLst>
          </pc:spChg>
        </pc:sldLayoutChg>
        <pc:sldLayoutChg chg="modSp">
          <pc:chgData name="Edmund WEE (TP)" userId="1aeff9e9-75c8-437e-9382-defeb26b795c" providerId="ADAL" clId="{114014A8-C605-4144-AADB-3E73113CE3EA}" dt="2026-03-23T01:02:26.104" v="0"/>
          <pc:sldLayoutMkLst>
            <pc:docMk/>
            <pc:sldMasterMk cId="3405395716" sldId="2147483648"/>
            <pc:sldLayoutMk cId="2689683986" sldId="2147483654"/>
          </pc:sldLayoutMkLst>
          <pc:spChg chg="mod">
            <ac:chgData name="Edmund WEE (TP)" userId="1aeff9e9-75c8-437e-9382-defeb26b795c" providerId="ADAL" clId="{114014A8-C605-4144-AADB-3E73113CE3EA}" dt="2026-03-23T01:02:26.104" v="0"/>
            <ac:spMkLst>
              <pc:docMk/>
              <pc:sldMasterMk cId="3405395716" sldId="2147483648"/>
              <pc:sldLayoutMk cId="2689683986" sldId="2147483654"/>
              <ac:spMk id="3" creationId="{00000000-0000-0000-0000-000000000000}"/>
            </ac:spMkLst>
          </pc:spChg>
          <pc:spChg chg="mod">
            <ac:chgData name="Edmund WEE (TP)" userId="1aeff9e9-75c8-437e-9382-defeb26b795c" providerId="ADAL" clId="{114014A8-C605-4144-AADB-3E73113CE3EA}" dt="2026-03-23T01:02:26.104" v="0"/>
            <ac:spMkLst>
              <pc:docMk/>
              <pc:sldMasterMk cId="3405395716" sldId="2147483648"/>
              <pc:sldLayoutMk cId="2689683986" sldId="2147483654"/>
              <ac:spMk id="4" creationId="{00000000-0000-0000-0000-000000000000}"/>
            </ac:spMkLst>
          </pc:spChg>
          <pc:spChg chg="mod">
            <ac:chgData name="Edmund WEE (TP)" userId="1aeff9e9-75c8-437e-9382-defeb26b795c" providerId="ADAL" clId="{114014A8-C605-4144-AADB-3E73113CE3EA}" dt="2026-03-23T01:02:26.104" v="0"/>
            <ac:spMkLst>
              <pc:docMk/>
              <pc:sldMasterMk cId="3405395716" sldId="2147483648"/>
              <pc:sldLayoutMk cId="2689683986" sldId="2147483654"/>
              <ac:spMk id="5" creationId="{00000000-0000-0000-0000-000000000000}"/>
            </ac:spMkLst>
          </pc:spChg>
        </pc:sldLayoutChg>
        <pc:sldLayoutChg chg="modSp">
          <pc:chgData name="Edmund WEE (TP)" userId="1aeff9e9-75c8-437e-9382-defeb26b795c" providerId="ADAL" clId="{114014A8-C605-4144-AADB-3E73113CE3EA}" dt="2026-03-23T01:02:26.104" v="0"/>
          <pc:sldLayoutMkLst>
            <pc:docMk/>
            <pc:sldMasterMk cId="3405395716" sldId="2147483648"/>
            <pc:sldLayoutMk cId="3609554422" sldId="2147483655"/>
          </pc:sldLayoutMkLst>
          <pc:spChg chg="mod">
            <ac:chgData name="Edmund WEE (TP)" userId="1aeff9e9-75c8-437e-9382-defeb26b795c" providerId="ADAL" clId="{114014A8-C605-4144-AADB-3E73113CE3EA}" dt="2026-03-23T01:02:26.104" v="0"/>
            <ac:spMkLst>
              <pc:docMk/>
              <pc:sldMasterMk cId="3405395716" sldId="2147483648"/>
              <pc:sldLayoutMk cId="3609554422" sldId="2147483655"/>
              <ac:spMk id="2" creationId="{00000000-0000-0000-0000-000000000000}"/>
            </ac:spMkLst>
          </pc:spChg>
          <pc:spChg chg="mod">
            <ac:chgData name="Edmund WEE (TP)" userId="1aeff9e9-75c8-437e-9382-defeb26b795c" providerId="ADAL" clId="{114014A8-C605-4144-AADB-3E73113CE3EA}" dt="2026-03-23T01:02:26.104" v="0"/>
            <ac:spMkLst>
              <pc:docMk/>
              <pc:sldMasterMk cId="3405395716" sldId="2147483648"/>
              <pc:sldLayoutMk cId="3609554422" sldId="2147483655"/>
              <ac:spMk id="3" creationId="{00000000-0000-0000-0000-000000000000}"/>
            </ac:spMkLst>
          </pc:spChg>
          <pc:spChg chg="mod">
            <ac:chgData name="Edmund WEE (TP)" userId="1aeff9e9-75c8-437e-9382-defeb26b795c" providerId="ADAL" clId="{114014A8-C605-4144-AADB-3E73113CE3EA}" dt="2026-03-23T01:02:26.104" v="0"/>
            <ac:spMkLst>
              <pc:docMk/>
              <pc:sldMasterMk cId="3405395716" sldId="2147483648"/>
              <pc:sldLayoutMk cId="3609554422" sldId="2147483655"/>
              <ac:spMk id="4" creationId="{00000000-0000-0000-0000-000000000000}"/>
            </ac:spMkLst>
          </pc:spChg>
        </pc:sldLayoutChg>
        <pc:sldLayoutChg chg="modSp">
          <pc:chgData name="Edmund WEE (TP)" userId="1aeff9e9-75c8-437e-9382-defeb26b795c" providerId="ADAL" clId="{114014A8-C605-4144-AADB-3E73113CE3EA}" dt="2026-03-23T01:02:26.104" v="0"/>
          <pc:sldLayoutMkLst>
            <pc:docMk/>
            <pc:sldMasterMk cId="3405395716" sldId="2147483648"/>
            <pc:sldLayoutMk cId="3163389207" sldId="2147483656"/>
          </pc:sldLayoutMkLst>
          <pc:spChg chg="mod">
            <ac:chgData name="Edmund WEE (TP)" userId="1aeff9e9-75c8-437e-9382-defeb26b795c" providerId="ADAL" clId="{114014A8-C605-4144-AADB-3E73113CE3EA}" dt="2026-03-23T01:02:26.104" v="0"/>
            <ac:spMkLst>
              <pc:docMk/>
              <pc:sldMasterMk cId="3405395716" sldId="2147483648"/>
              <pc:sldLayoutMk cId="3163389207" sldId="2147483656"/>
              <ac:spMk id="2" creationId="{00000000-0000-0000-0000-000000000000}"/>
            </ac:spMkLst>
          </pc:spChg>
          <pc:spChg chg="mod">
            <ac:chgData name="Edmund WEE (TP)" userId="1aeff9e9-75c8-437e-9382-defeb26b795c" providerId="ADAL" clId="{114014A8-C605-4144-AADB-3E73113CE3EA}" dt="2026-03-23T01:02:26.104" v="0"/>
            <ac:spMkLst>
              <pc:docMk/>
              <pc:sldMasterMk cId="3405395716" sldId="2147483648"/>
              <pc:sldLayoutMk cId="3163389207" sldId="2147483656"/>
              <ac:spMk id="3" creationId="{00000000-0000-0000-0000-000000000000}"/>
            </ac:spMkLst>
          </pc:spChg>
          <pc:spChg chg="mod">
            <ac:chgData name="Edmund WEE (TP)" userId="1aeff9e9-75c8-437e-9382-defeb26b795c" providerId="ADAL" clId="{114014A8-C605-4144-AADB-3E73113CE3EA}" dt="2026-03-23T01:02:26.104" v="0"/>
            <ac:spMkLst>
              <pc:docMk/>
              <pc:sldMasterMk cId="3405395716" sldId="2147483648"/>
              <pc:sldLayoutMk cId="3163389207" sldId="2147483656"/>
              <ac:spMk id="4" creationId="{00000000-0000-0000-0000-000000000000}"/>
            </ac:spMkLst>
          </pc:spChg>
          <pc:spChg chg="mod">
            <ac:chgData name="Edmund WEE (TP)" userId="1aeff9e9-75c8-437e-9382-defeb26b795c" providerId="ADAL" clId="{114014A8-C605-4144-AADB-3E73113CE3EA}" dt="2026-03-23T01:02:26.104" v="0"/>
            <ac:spMkLst>
              <pc:docMk/>
              <pc:sldMasterMk cId="3405395716" sldId="2147483648"/>
              <pc:sldLayoutMk cId="3163389207" sldId="2147483656"/>
              <ac:spMk id="5" creationId="{00000000-0000-0000-0000-000000000000}"/>
            </ac:spMkLst>
          </pc:spChg>
          <pc:spChg chg="mod">
            <ac:chgData name="Edmund WEE (TP)" userId="1aeff9e9-75c8-437e-9382-defeb26b795c" providerId="ADAL" clId="{114014A8-C605-4144-AADB-3E73113CE3EA}" dt="2026-03-23T01:02:26.104" v="0"/>
            <ac:spMkLst>
              <pc:docMk/>
              <pc:sldMasterMk cId="3405395716" sldId="2147483648"/>
              <pc:sldLayoutMk cId="3163389207" sldId="2147483656"/>
              <ac:spMk id="6" creationId="{00000000-0000-0000-0000-000000000000}"/>
            </ac:spMkLst>
          </pc:spChg>
          <pc:spChg chg="mod">
            <ac:chgData name="Edmund WEE (TP)" userId="1aeff9e9-75c8-437e-9382-defeb26b795c" providerId="ADAL" clId="{114014A8-C605-4144-AADB-3E73113CE3EA}" dt="2026-03-23T01:02:26.104" v="0"/>
            <ac:spMkLst>
              <pc:docMk/>
              <pc:sldMasterMk cId="3405395716" sldId="2147483648"/>
              <pc:sldLayoutMk cId="3163389207" sldId="2147483656"/>
              <ac:spMk id="7" creationId="{00000000-0000-0000-0000-000000000000}"/>
            </ac:spMkLst>
          </pc:spChg>
        </pc:sldLayoutChg>
        <pc:sldLayoutChg chg="modSp">
          <pc:chgData name="Edmund WEE (TP)" userId="1aeff9e9-75c8-437e-9382-defeb26b795c" providerId="ADAL" clId="{114014A8-C605-4144-AADB-3E73113CE3EA}" dt="2026-03-23T01:02:26.104" v="0"/>
          <pc:sldLayoutMkLst>
            <pc:docMk/>
            <pc:sldMasterMk cId="3405395716" sldId="2147483648"/>
            <pc:sldLayoutMk cId="1536513844" sldId="2147483657"/>
          </pc:sldLayoutMkLst>
          <pc:spChg chg="mod">
            <ac:chgData name="Edmund WEE (TP)" userId="1aeff9e9-75c8-437e-9382-defeb26b795c" providerId="ADAL" clId="{114014A8-C605-4144-AADB-3E73113CE3EA}" dt="2026-03-23T01:02:26.104" v="0"/>
            <ac:spMkLst>
              <pc:docMk/>
              <pc:sldMasterMk cId="3405395716" sldId="2147483648"/>
              <pc:sldLayoutMk cId="1536513844" sldId="2147483657"/>
              <ac:spMk id="2" creationId="{00000000-0000-0000-0000-000000000000}"/>
            </ac:spMkLst>
          </pc:spChg>
          <pc:spChg chg="mod">
            <ac:chgData name="Edmund WEE (TP)" userId="1aeff9e9-75c8-437e-9382-defeb26b795c" providerId="ADAL" clId="{114014A8-C605-4144-AADB-3E73113CE3EA}" dt="2026-03-23T01:02:26.104" v="0"/>
            <ac:spMkLst>
              <pc:docMk/>
              <pc:sldMasterMk cId="3405395716" sldId="2147483648"/>
              <pc:sldLayoutMk cId="1536513844" sldId="2147483657"/>
              <ac:spMk id="3" creationId="{00000000-0000-0000-0000-000000000000}"/>
            </ac:spMkLst>
          </pc:spChg>
          <pc:spChg chg="mod">
            <ac:chgData name="Edmund WEE (TP)" userId="1aeff9e9-75c8-437e-9382-defeb26b795c" providerId="ADAL" clId="{114014A8-C605-4144-AADB-3E73113CE3EA}" dt="2026-03-23T01:02:26.104" v="0"/>
            <ac:spMkLst>
              <pc:docMk/>
              <pc:sldMasterMk cId="3405395716" sldId="2147483648"/>
              <pc:sldLayoutMk cId="1536513844" sldId="2147483657"/>
              <ac:spMk id="4" creationId="{00000000-0000-0000-0000-000000000000}"/>
            </ac:spMkLst>
          </pc:spChg>
          <pc:spChg chg="mod">
            <ac:chgData name="Edmund WEE (TP)" userId="1aeff9e9-75c8-437e-9382-defeb26b795c" providerId="ADAL" clId="{114014A8-C605-4144-AADB-3E73113CE3EA}" dt="2026-03-23T01:02:26.104" v="0"/>
            <ac:spMkLst>
              <pc:docMk/>
              <pc:sldMasterMk cId="3405395716" sldId="2147483648"/>
              <pc:sldLayoutMk cId="1536513844" sldId="2147483657"/>
              <ac:spMk id="5" creationId="{00000000-0000-0000-0000-000000000000}"/>
            </ac:spMkLst>
          </pc:spChg>
          <pc:spChg chg="mod">
            <ac:chgData name="Edmund WEE (TP)" userId="1aeff9e9-75c8-437e-9382-defeb26b795c" providerId="ADAL" clId="{114014A8-C605-4144-AADB-3E73113CE3EA}" dt="2026-03-23T01:02:26.104" v="0"/>
            <ac:spMkLst>
              <pc:docMk/>
              <pc:sldMasterMk cId="3405395716" sldId="2147483648"/>
              <pc:sldLayoutMk cId="1536513844" sldId="2147483657"/>
              <ac:spMk id="6" creationId="{00000000-0000-0000-0000-000000000000}"/>
            </ac:spMkLst>
          </pc:spChg>
          <pc:spChg chg="mod">
            <ac:chgData name="Edmund WEE (TP)" userId="1aeff9e9-75c8-437e-9382-defeb26b795c" providerId="ADAL" clId="{114014A8-C605-4144-AADB-3E73113CE3EA}" dt="2026-03-23T01:02:26.104" v="0"/>
            <ac:spMkLst>
              <pc:docMk/>
              <pc:sldMasterMk cId="3405395716" sldId="2147483648"/>
              <pc:sldLayoutMk cId="1536513844" sldId="2147483657"/>
              <ac:spMk id="7" creationId="{00000000-0000-0000-0000-000000000000}"/>
            </ac:spMkLst>
          </pc:spChg>
        </pc:sldLayoutChg>
        <pc:sldLayoutChg chg="modSp">
          <pc:chgData name="Edmund WEE (TP)" userId="1aeff9e9-75c8-437e-9382-defeb26b795c" providerId="ADAL" clId="{114014A8-C605-4144-AADB-3E73113CE3EA}" dt="2026-03-23T01:02:26.104" v="0"/>
          <pc:sldLayoutMkLst>
            <pc:docMk/>
            <pc:sldMasterMk cId="3405395716" sldId="2147483648"/>
            <pc:sldLayoutMk cId="1266679997" sldId="2147483658"/>
          </pc:sldLayoutMkLst>
          <pc:spChg chg="mod">
            <ac:chgData name="Edmund WEE (TP)" userId="1aeff9e9-75c8-437e-9382-defeb26b795c" providerId="ADAL" clId="{114014A8-C605-4144-AADB-3E73113CE3EA}" dt="2026-03-23T01:02:26.104" v="0"/>
            <ac:spMkLst>
              <pc:docMk/>
              <pc:sldMasterMk cId="3405395716" sldId="2147483648"/>
              <pc:sldLayoutMk cId="1266679997" sldId="2147483658"/>
              <ac:spMk id="4" creationId="{00000000-0000-0000-0000-000000000000}"/>
            </ac:spMkLst>
          </pc:spChg>
          <pc:spChg chg="mod">
            <ac:chgData name="Edmund WEE (TP)" userId="1aeff9e9-75c8-437e-9382-defeb26b795c" providerId="ADAL" clId="{114014A8-C605-4144-AADB-3E73113CE3EA}" dt="2026-03-23T01:02:26.104" v="0"/>
            <ac:spMkLst>
              <pc:docMk/>
              <pc:sldMasterMk cId="3405395716" sldId="2147483648"/>
              <pc:sldLayoutMk cId="1266679997" sldId="2147483658"/>
              <ac:spMk id="5" creationId="{00000000-0000-0000-0000-000000000000}"/>
            </ac:spMkLst>
          </pc:spChg>
          <pc:spChg chg="mod">
            <ac:chgData name="Edmund WEE (TP)" userId="1aeff9e9-75c8-437e-9382-defeb26b795c" providerId="ADAL" clId="{114014A8-C605-4144-AADB-3E73113CE3EA}" dt="2026-03-23T01:02:26.104" v="0"/>
            <ac:spMkLst>
              <pc:docMk/>
              <pc:sldMasterMk cId="3405395716" sldId="2147483648"/>
              <pc:sldLayoutMk cId="1266679997" sldId="2147483658"/>
              <ac:spMk id="6" creationId="{00000000-0000-0000-0000-000000000000}"/>
            </ac:spMkLst>
          </pc:spChg>
        </pc:sldLayoutChg>
        <pc:sldLayoutChg chg="modSp">
          <pc:chgData name="Edmund WEE (TP)" userId="1aeff9e9-75c8-437e-9382-defeb26b795c" providerId="ADAL" clId="{114014A8-C605-4144-AADB-3E73113CE3EA}" dt="2026-03-23T01:02:26.104" v="0"/>
          <pc:sldLayoutMkLst>
            <pc:docMk/>
            <pc:sldMasterMk cId="3405395716" sldId="2147483648"/>
            <pc:sldLayoutMk cId="737882095" sldId="2147483659"/>
          </pc:sldLayoutMkLst>
          <pc:spChg chg="mod">
            <ac:chgData name="Edmund WEE (TP)" userId="1aeff9e9-75c8-437e-9382-defeb26b795c" providerId="ADAL" clId="{114014A8-C605-4144-AADB-3E73113CE3EA}" dt="2026-03-23T01:02:26.104" v="0"/>
            <ac:spMkLst>
              <pc:docMk/>
              <pc:sldMasterMk cId="3405395716" sldId="2147483648"/>
              <pc:sldLayoutMk cId="737882095" sldId="2147483659"/>
              <ac:spMk id="2" creationId="{00000000-0000-0000-0000-000000000000}"/>
            </ac:spMkLst>
          </pc:spChg>
          <pc:spChg chg="mod">
            <ac:chgData name="Edmund WEE (TP)" userId="1aeff9e9-75c8-437e-9382-defeb26b795c" providerId="ADAL" clId="{114014A8-C605-4144-AADB-3E73113CE3EA}" dt="2026-03-23T01:02:26.104" v="0"/>
            <ac:spMkLst>
              <pc:docMk/>
              <pc:sldMasterMk cId="3405395716" sldId="2147483648"/>
              <pc:sldLayoutMk cId="737882095" sldId="2147483659"/>
              <ac:spMk id="3" creationId="{00000000-0000-0000-0000-000000000000}"/>
            </ac:spMkLst>
          </pc:spChg>
          <pc:spChg chg="mod">
            <ac:chgData name="Edmund WEE (TP)" userId="1aeff9e9-75c8-437e-9382-defeb26b795c" providerId="ADAL" clId="{114014A8-C605-4144-AADB-3E73113CE3EA}" dt="2026-03-23T01:02:26.104" v="0"/>
            <ac:spMkLst>
              <pc:docMk/>
              <pc:sldMasterMk cId="3405395716" sldId="2147483648"/>
              <pc:sldLayoutMk cId="737882095" sldId="2147483659"/>
              <ac:spMk id="4" creationId="{00000000-0000-0000-0000-000000000000}"/>
            </ac:spMkLst>
          </pc:spChg>
          <pc:spChg chg="mod">
            <ac:chgData name="Edmund WEE (TP)" userId="1aeff9e9-75c8-437e-9382-defeb26b795c" providerId="ADAL" clId="{114014A8-C605-4144-AADB-3E73113CE3EA}" dt="2026-03-23T01:02:26.104" v="0"/>
            <ac:spMkLst>
              <pc:docMk/>
              <pc:sldMasterMk cId="3405395716" sldId="2147483648"/>
              <pc:sldLayoutMk cId="737882095" sldId="2147483659"/>
              <ac:spMk id="5" creationId="{00000000-0000-0000-0000-000000000000}"/>
            </ac:spMkLst>
          </pc:spChg>
          <pc:spChg chg="mod">
            <ac:chgData name="Edmund WEE (TP)" userId="1aeff9e9-75c8-437e-9382-defeb26b795c" providerId="ADAL" clId="{114014A8-C605-4144-AADB-3E73113CE3EA}" dt="2026-03-23T01:02:26.104" v="0"/>
            <ac:spMkLst>
              <pc:docMk/>
              <pc:sldMasterMk cId="3405395716" sldId="2147483648"/>
              <pc:sldLayoutMk cId="737882095" sldId="2147483659"/>
              <ac:spMk id="6" creationId="{00000000-0000-0000-0000-000000000000}"/>
            </ac:spMkLst>
          </pc:sp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755DA28-A67B-4FB8-B597-F989A3D14BED}" type="datetimeFigureOut">
              <a:rPr lang="en-SG" smtClean="0"/>
              <a:t>23/03/2026</a:t>
            </a:fld>
            <a:endParaRPr lang="en-S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S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9ED940-0628-4EA9-8ACE-60DD38D614F8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2181395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F3FE1B39-EF3E-4D49-9779-1439543499AA}" type="slidenum">
              <a:rPr lang="en-US" sz="1200">
                <a:solidFill>
                  <a:schemeClr val="tx1"/>
                </a:solidFill>
              </a:rPr>
              <a:pPr eaLnBrk="1" hangingPunct="1"/>
              <a:t>1</a:t>
            </a:fld>
            <a:endParaRPr lang="en-US" sz="1200">
              <a:solidFill>
                <a:schemeClr val="tx1"/>
              </a:solidFill>
            </a:endParaRPr>
          </a:p>
        </p:txBody>
      </p:sp>
      <p:sp>
        <p:nvSpPr>
          <p:cNvPr id="59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ln/>
        </p:spPr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40341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D308A1C0-7C58-4804-AFA6-F00F738E1C53}" type="slidenum">
              <a:rPr lang="en-US" sz="1200">
                <a:solidFill>
                  <a:schemeClr val="tx1"/>
                </a:solidFill>
              </a:rPr>
              <a:pPr eaLnBrk="1" hangingPunct="1"/>
              <a:t>2</a:t>
            </a:fld>
            <a:endParaRPr lang="en-US" sz="1200">
              <a:solidFill>
                <a:schemeClr val="tx1"/>
              </a:solidFill>
            </a:endParaRPr>
          </a:p>
        </p:txBody>
      </p:sp>
      <p:sp>
        <p:nvSpPr>
          <p:cNvPr id="604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ln/>
        </p:spPr>
      </p:sp>
      <p:sp>
        <p:nvSpPr>
          <p:cNvPr id="6042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5430723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9ED940-0628-4EA9-8ACE-60DD38D614F8}" type="slidenum">
              <a:rPr lang="en-SG" smtClean="0"/>
              <a:t>5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3266571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9ED940-0628-4EA9-8ACE-60DD38D614F8}" type="slidenum">
              <a:rPr lang="en-SG" smtClean="0"/>
              <a:t>13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45531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 rot="16200000">
            <a:off x="5334000" y="-457200"/>
            <a:ext cx="1524000" cy="12192000"/>
          </a:xfrm>
          <a:prstGeom prst="rect">
            <a:avLst/>
          </a:prstGeom>
          <a:gradFill>
            <a:gsLst>
              <a:gs pos="0">
                <a:srgbClr val="92D050"/>
              </a:gs>
              <a:gs pos="50000">
                <a:srgbClr val="92D050">
                  <a:alpha val="24000"/>
                </a:srgbClr>
              </a:gs>
              <a:gs pos="100000">
                <a:schemeClr val="bg1">
                  <a:shade val="100000"/>
                  <a:satMod val="115000"/>
                  <a:alpha val="0"/>
                </a:schemeClr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2" name="Rectangle 11"/>
          <p:cNvSpPr/>
          <p:nvPr userDrawn="1"/>
        </p:nvSpPr>
        <p:spPr>
          <a:xfrm rot="5400000">
            <a:off x="5334000" y="-304800"/>
            <a:ext cx="1524000" cy="12192000"/>
          </a:xfrm>
          <a:prstGeom prst="rect">
            <a:avLst/>
          </a:prstGeom>
          <a:gradFill>
            <a:gsLst>
              <a:gs pos="0">
                <a:srgbClr val="92D050"/>
              </a:gs>
              <a:gs pos="50000">
                <a:srgbClr val="92D050">
                  <a:alpha val="24000"/>
                </a:srgbClr>
              </a:gs>
              <a:gs pos="100000">
                <a:schemeClr val="bg1">
                  <a:shade val="100000"/>
                  <a:satMod val="115000"/>
                  <a:alpha val="0"/>
                </a:schemeClr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11200" y="4953000"/>
            <a:ext cx="10668000" cy="990600"/>
          </a:xfrm>
        </p:spPr>
        <p:txBody>
          <a:bodyPr>
            <a:normAutofit/>
          </a:bodyPr>
          <a:lstStyle>
            <a:lvl1pPr algn="r">
              <a:defRPr sz="3400" b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11200" y="5791200"/>
            <a:ext cx="10668000" cy="457200"/>
          </a:xfrm>
          <a:noFill/>
        </p:spPr>
        <p:txBody>
          <a:bodyPr>
            <a:normAutofit/>
          </a:bodyPr>
          <a:lstStyle>
            <a:lvl1pPr marL="0" indent="0" algn="r">
              <a:buNone/>
              <a:defRPr sz="24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000" y="304801"/>
            <a:ext cx="6741003" cy="584333"/>
          </a:xfrm>
          <a:prstGeom prst="rect">
            <a:avLst/>
          </a:prstGeom>
        </p:spPr>
      </p:pic>
      <p:sp>
        <p:nvSpPr>
          <p:cNvPr id="11" name="Rectangle 10"/>
          <p:cNvSpPr/>
          <p:nvPr userDrawn="1"/>
        </p:nvSpPr>
        <p:spPr>
          <a:xfrm rot="16200000">
            <a:off x="8851901" y="1460501"/>
            <a:ext cx="76201" cy="6603997"/>
          </a:xfrm>
          <a:prstGeom prst="rect">
            <a:avLst/>
          </a:prstGeom>
          <a:gradFill>
            <a:gsLst>
              <a:gs pos="0">
                <a:srgbClr val="92D050"/>
              </a:gs>
              <a:gs pos="50000">
                <a:srgbClr val="92D050">
                  <a:alpha val="24000"/>
                </a:srgbClr>
              </a:gs>
              <a:gs pos="100000">
                <a:schemeClr val="bg1">
                  <a:shade val="100000"/>
                  <a:satMod val="115000"/>
                  <a:alpha val="0"/>
                </a:schemeClr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3150353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 rot="16200000">
            <a:off x="6057900" y="342898"/>
            <a:ext cx="76200" cy="12192003"/>
          </a:xfrm>
          <a:prstGeom prst="rect">
            <a:avLst/>
          </a:prstGeom>
          <a:gradFill flip="none" rotWithShape="1">
            <a:gsLst>
              <a:gs pos="0">
                <a:srgbClr val="92D050"/>
              </a:gs>
              <a:gs pos="100000">
                <a:schemeClr val="bg1">
                  <a:shade val="100000"/>
                  <a:satMod val="115000"/>
                  <a:alpha val="0"/>
                </a:schemeClr>
              </a:gs>
            </a:gsLst>
            <a:lin ang="27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33600" y="76200"/>
            <a:ext cx="9753600" cy="1143000"/>
          </a:xfrm>
        </p:spPr>
        <p:txBody>
          <a:bodyPr>
            <a:normAutofit/>
          </a:bodyPr>
          <a:lstStyle>
            <a:lvl1pPr algn="l">
              <a:defRPr sz="34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33601" y="1219200"/>
            <a:ext cx="9690705" cy="5029200"/>
          </a:xfrm>
          <a:noFill/>
        </p:spPr>
        <p:txBody>
          <a:bodyPr/>
          <a:lstStyle>
            <a:lvl1pPr>
              <a:defRPr sz="3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defRPr sz="26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defRPr sz="22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Rectangle 5"/>
          <p:cNvSpPr/>
          <p:nvPr userDrawn="1"/>
        </p:nvSpPr>
        <p:spPr>
          <a:xfrm rot="5400000">
            <a:off x="5935349" y="541651"/>
            <a:ext cx="321304" cy="1219200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7" name="TextBox 6"/>
          <p:cNvSpPr txBox="1"/>
          <p:nvPr userDrawn="1"/>
        </p:nvSpPr>
        <p:spPr>
          <a:xfrm>
            <a:off x="5689600" y="6477000"/>
            <a:ext cx="62992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spc="80" baseline="0" dirty="0">
                <a:solidFill>
                  <a:schemeClr val="bg1"/>
                </a:solidFill>
              </a:rPr>
              <a:t>TEMASEK POLYTECHNIC  •  </a:t>
            </a:r>
            <a:r>
              <a:rPr lang="en-US" sz="1100" b="1" spc="80" baseline="0" dirty="0">
                <a:solidFill>
                  <a:schemeClr val="bg1"/>
                </a:solidFill>
              </a:rPr>
              <a:t>SCHOOL OF INFORMATICS &amp; IT</a:t>
            </a:r>
            <a:endParaRPr lang="en-US" sz="1100" spc="80" baseline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726985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A81E41C5-8C4D-4065-BE94-7EDA8E9A723F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DD29BD61-FAF8-4671-BECD-E3B71160F9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55944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A81E41C5-8C4D-4065-BE94-7EDA8E9A723F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DD29BD61-FAF8-4671-BECD-E3B71160F9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39457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A81E41C5-8C4D-4065-BE94-7EDA8E9A723F}" type="datetimeFigureOut">
              <a:rPr lang="en-US" smtClean="0"/>
              <a:pPr/>
              <a:t>3/23/2026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DD29BD61-FAF8-4671-BECD-E3B71160F9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70381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A81E41C5-8C4D-4065-BE94-7EDA8E9A723F}" type="datetimeFigureOut">
              <a:rPr lang="en-US" smtClean="0"/>
              <a:pPr/>
              <a:t>3/23/2026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DD29BD61-FAF8-4671-BECD-E3B71160F9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96839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A81E41C5-8C4D-4065-BE94-7EDA8E9A723F}" type="datetimeFigureOut">
              <a:rPr lang="en-US" smtClean="0"/>
              <a:pPr/>
              <a:t>3/23/2026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DD29BD61-FAF8-4671-BECD-E3B71160F9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95544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>
            <a:normAutofit/>
          </a:bodyPr>
          <a:lstStyle>
            <a:lvl1pPr algn="l">
              <a:defRPr sz="18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28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A81E41C5-8C4D-4065-BE94-7EDA8E9A723F}" type="datetimeFigureOut">
              <a:rPr lang="en-US" smtClean="0"/>
              <a:pPr/>
              <a:t>3/23/2026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DD29BD61-FAF8-4671-BECD-E3B71160F9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33892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A81E41C5-8C4D-4065-BE94-7EDA8E9A723F}" type="datetimeFigureOut">
              <a:rPr lang="en-US" smtClean="0"/>
              <a:pPr/>
              <a:t>3/23/2026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DD29BD61-FAF8-4671-BECD-E3B71160F9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65138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A81E41C5-8C4D-4065-BE94-7EDA8E9A723F}" type="datetimeFigureOut">
              <a:rPr lang="en-US" smtClean="0"/>
              <a:pPr/>
              <a:t>3/23/2026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DD29BD61-FAF8-4671-BECD-E3B71160F9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66799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A81E41C5-8C4D-4065-BE94-7EDA8E9A723F}" type="datetimeFigureOut">
              <a:rPr lang="en-US" smtClean="0"/>
              <a:pPr/>
              <a:t>3/23/2026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DD29BD61-FAF8-4671-BECD-E3B71160F9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78820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35200" y="228600"/>
            <a:ext cx="96520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5200" y="1371600"/>
            <a:ext cx="9652000" cy="480060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053957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3200" b="1" kern="1200">
          <a:solidFill>
            <a:schemeClr val="tx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10.jpe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41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209800" y="1524001"/>
            <a:ext cx="7848600" cy="1927225"/>
          </a:xfrm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eaLnBrk="1" hangingPunct="1">
              <a:defRPr/>
            </a:pPr>
            <a:endParaRPr lang="en-US" sz="2500" dirty="0"/>
          </a:p>
        </p:txBody>
      </p:sp>
      <p:sp>
        <p:nvSpPr>
          <p:cNvPr id="6147" name="Text Box 4"/>
          <p:cNvSpPr txBox="1">
            <a:spLocks noChangeArrowheads="1"/>
          </p:cNvSpPr>
          <p:nvPr/>
        </p:nvSpPr>
        <p:spPr bwMode="auto">
          <a:xfrm>
            <a:off x="1524000" y="6064250"/>
            <a:ext cx="9144000" cy="800100"/>
          </a:xfrm>
          <a:prstGeom prst="rect">
            <a:avLst/>
          </a:prstGeom>
          <a:solidFill>
            <a:srgbClr val="333399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1200">
                <a:solidFill>
                  <a:schemeClr val="tx1"/>
                </a:solidFill>
              </a:rPr>
              <a:t>			</a:t>
            </a:r>
          </a:p>
          <a:p>
            <a:pPr algn="r"/>
            <a:endParaRPr lang="en-US" sz="1800" i="1">
              <a:solidFill>
                <a:schemeClr val="tx1"/>
              </a:solidFill>
              <a:latin typeface="Arial Unicode MS" panose="020B0604020202020204" pitchFamily="34" charset="-128"/>
            </a:endParaRPr>
          </a:p>
          <a:p>
            <a:pPr algn="r"/>
            <a:r>
              <a:rPr lang="en-US" sz="1800" i="1">
                <a:solidFill>
                  <a:schemeClr val="tx1"/>
                </a:solidFill>
                <a:latin typeface="Arial Unicode MS" panose="020B0604020202020204" pitchFamily="34" charset="-128"/>
              </a:rPr>
              <a:t> </a:t>
            </a:r>
            <a:endParaRPr lang="en-US" sz="1800">
              <a:solidFill>
                <a:schemeClr val="tx1"/>
              </a:solidFill>
            </a:endParaRP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2057400" y="4953000"/>
            <a:ext cx="80010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sz="3400" b="1" kern="12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Linux OS Fundamentals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r">
              <a:defRPr/>
            </a:pPr>
            <a:r>
              <a:rPr lang="en-US" dirty="0"/>
              <a:t>Objectives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idx="1"/>
          </p:nvPr>
        </p:nvSpPr>
        <p:spPr>
          <a:xfrm>
            <a:off x="1943100" y="1676400"/>
            <a:ext cx="8305800" cy="4114800"/>
          </a:xfrm>
        </p:spPr>
        <p:txBody>
          <a:bodyPr>
            <a:normAutofit/>
          </a:bodyPr>
          <a:lstStyle/>
          <a:p>
            <a:r>
              <a:rPr lang="en-US" dirty="0"/>
              <a:t>Linux System Fundamentals</a:t>
            </a:r>
          </a:p>
          <a:p>
            <a:endParaRPr lang="en-US" dirty="0"/>
          </a:p>
          <a:p>
            <a:r>
              <a:rPr lang="en-US" dirty="0"/>
              <a:t>Linux CLI Familiarisation</a:t>
            </a:r>
          </a:p>
          <a:p>
            <a:pPr lvl="1"/>
            <a:r>
              <a:rPr lang="en-US" dirty="0"/>
              <a:t>Basic Navigation</a:t>
            </a:r>
          </a:p>
          <a:p>
            <a:pPr lvl="1"/>
            <a:r>
              <a:rPr lang="en-US" dirty="0"/>
              <a:t>File and Directory Commands</a:t>
            </a:r>
          </a:p>
          <a:p>
            <a:pPr lvl="1"/>
            <a:r>
              <a:rPr lang="en-US" dirty="0"/>
              <a:t>Editing Text Files</a:t>
            </a:r>
          </a:p>
          <a:p>
            <a:pPr lvl="1"/>
            <a:endParaRPr lang="en-US" dirty="0"/>
          </a:p>
          <a:p>
            <a:r>
              <a:rPr lang="en-US" dirty="0"/>
              <a:t>Core System Configuration Files</a:t>
            </a:r>
          </a:p>
          <a:p>
            <a:pPr eaLnBrk="1" hangingPunct="1"/>
            <a:endParaRPr lang="en-US" dirty="0"/>
          </a:p>
          <a:p>
            <a:pPr eaLnBrk="1" hangingPunct="1"/>
            <a:endParaRPr lang="en-US" dirty="0"/>
          </a:p>
        </p:txBody>
      </p:sp>
      <p:sp>
        <p:nvSpPr>
          <p:cNvPr id="7172" name="Footer Placeholder 3"/>
          <p:cNvSpPr>
            <a:spLocks noGrp="1"/>
          </p:cNvSpPr>
          <p:nvPr>
            <p:ph type="ftr" sz="quarter" idx="4294967295"/>
          </p:nvPr>
        </p:nvSpPr>
        <p:spPr bwMode="auto">
          <a:xfrm>
            <a:off x="4953000" y="19051"/>
            <a:ext cx="4114800" cy="3286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sz="1200" dirty="0"/>
              <a:t>Ethical Hacking and Network Defense</a:t>
            </a:r>
          </a:p>
        </p:txBody>
      </p:sp>
      <p:sp>
        <p:nvSpPr>
          <p:cNvPr id="7173" name="Slide Number Placeholder 4"/>
          <p:cNvSpPr>
            <a:spLocks noGrp="1"/>
          </p:cNvSpPr>
          <p:nvPr>
            <p:ph type="sldNum" sz="quarter" idx="4294967295"/>
          </p:nvPr>
        </p:nvSpPr>
        <p:spPr bwMode="auto">
          <a:xfrm>
            <a:off x="9144000" y="19051"/>
            <a:ext cx="1066800" cy="3286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65FF8A09-5E13-47FD-94CB-8659100E7968}" type="slidenum">
              <a:rPr lang="en-US" sz="1400"/>
              <a:pPr eaLnBrk="1" hangingPunct="1"/>
              <a:t>2</a:t>
            </a:fld>
            <a:endParaRPr lang="en-US" sz="1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0B8E1F4-9282-101C-2296-CB376AED81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Linux System fundamentals</a:t>
            </a:r>
            <a:endParaRPr lang="en-SG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584E860-62B4-01A8-4F8D-E4D29CF26E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5530967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5BB66F-DB45-C9B3-75BE-D4C7B8335E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SG" dirty="0"/>
              <a:t>Linux System Fundamentals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7BB157-8F2E-510D-F321-98454C82EB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81200" y="1600200"/>
            <a:ext cx="5029200" cy="464820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SG" b="1" u="sng" dirty="0"/>
              <a:t>Linux</a:t>
            </a:r>
          </a:p>
          <a:p>
            <a:pPr algn="just"/>
            <a:r>
              <a:rPr lang="en-SG" dirty="0"/>
              <a:t>Created in 1991.</a:t>
            </a:r>
          </a:p>
          <a:p>
            <a:pPr algn="just"/>
            <a:endParaRPr lang="en-SG" dirty="0"/>
          </a:p>
          <a:p>
            <a:pPr algn="just"/>
            <a:r>
              <a:rPr lang="en-SG" dirty="0"/>
              <a:t>Fast, reliable and small (runs on very little hardware resources).</a:t>
            </a:r>
          </a:p>
          <a:p>
            <a:pPr algn="just"/>
            <a:endParaRPr lang="en-SG" dirty="0"/>
          </a:p>
          <a:p>
            <a:pPr algn="just"/>
            <a:r>
              <a:rPr lang="en-SG" dirty="0"/>
              <a:t>De-facto OS of choice for hackers!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3D84E4E-DD9B-AE63-37B3-29ECC18E0ED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/>
          <a:srcRect t="6813" b="5818"/>
          <a:stretch/>
        </p:blipFill>
        <p:spPr bwMode="auto">
          <a:xfrm>
            <a:off x="7692386" y="2745276"/>
            <a:ext cx="2747014" cy="1367449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0045754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5BB66F-DB45-C9B3-75BE-D4C7B8335E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SG" dirty="0"/>
              <a:t>Linux System Fundamentals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7BB157-8F2E-510D-F321-98454C82EB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46959" y="6035257"/>
            <a:ext cx="8084634" cy="6096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SG" sz="1600" i="1" dirty="0"/>
              <a:t>NOTE: These are just TWO of the many Linux distributions available out there!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90AA317-880A-028A-E5F7-2836999209A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/>
          <a:srcRect t="6813" b="5818"/>
          <a:stretch/>
        </p:blipFill>
        <p:spPr bwMode="auto">
          <a:xfrm>
            <a:off x="5314950" y="1343692"/>
            <a:ext cx="1562100" cy="77760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DAC7343B-C0B8-CFB2-DB20-D54EEAA7AABB}"/>
              </a:ext>
            </a:extLst>
          </p:cNvPr>
          <p:cNvGrpSpPr/>
          <p:nvPr/>
        </p:nvGrpSpPr>
        <p:grpSpPr>
          <a:xfrm>
            <a:off x="2989767" y="3046148"/>
            <a:ext cx="3151011" cy="990600"/>
            <a:chOff x="735189" y="2885774"/>
            <a:chExt cx="3151011" cy="990600"/>
          </a:xfrm>
        </p:grpSpPr>
        <p:pic>
          <p:nvPicPr>
            <p:cNvPr id="1026" name="Picture 2" descr="Redhat Icon #115352 - Free Icons Library">
              <a:extLst>
                <a:ext uri="{FF2B5EF4-FFF2-40B4-BE49-F238E27FC236}">
                  <a16:creationId xmlns:a16="http://schemas.microsoft.com/office/drawing/2014/main" id="{EFB1B7BD-2BC7-211E-1EF5-BA66EF20B98F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9231" t="26860" r="15385" b="13636"/>
            <a:stretch/>
          </p:blipFill>
          <p:spPr bwMode="auto">
            <a:xfrm>
              <a:off x="735189" y="2885774"/>
              <a:ext cx="935566" cy="9906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28" name="Picture 4" descr="centos-logo | Unixmen">
              <a:extLst>
                <a:ext uri="{FF2B5EF4-FFF2-40B4-BE49-F238E27FC236}">
                  <a16:creationId xmlns:a16="http://schemas.microsoft.com/office/drawing/2014/main" id="{DD3DF921-4A2F-0BDC-1901-04C1B062B589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038" t="23687" r="16037" b="32431"/>
            <a:stretch/>
          </p:blipFill>
          <p:spPr bwMode="auto">
            <a:xfrm>
              <a:off x="1670755" y="2885774"/>
              <a:ext cx="1371600" cy="9906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0" name="Picture 6">
              <a:extLst>
                <a:ext uri="{FF2B5EF4-FFF2-40B4-BE49-F238E27FC236}">
                  <a16:creationId xmlns:a16="http://schemas.microsoft.com/office/drawing/2014/main" id="{B5CF90EA-6A6B-AC05-4702-FD66CB0BD38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48000" y="2922493"/>
              <a:ext cx="838200" cy="838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034" name="Picture 10">
            <a:extLst>
              <a:ext uri="{FF2B5EF4-FFF2-40B4-BE49-F238E27FC236}">
                <a16:creationId xmlns:a16="http://schemas.microsoft.com/office/drawing/2014/main" id="{1E854ECE-D485-6C76-AFA4-06A4EB63C6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95070" y="2983844"/>
            <a:ext cx="838200" cy="935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992C6824-16F4-33BB-ABD0-B46FA4BE2FFD}"/>
              </a:ext>
            </a:extLst>
          </p:cNvPr>
          <p:cNvGrpSpPr/>
          <p:nvPr/>
        </p:nvGrpSpPr>
        <p:grpSpPr>
          <a:xfrm>
            <a:off x="7860382" y="4524830"/>
            <a:ext cx="1864724" cy="1087761"/>
            <a:chOff x="5594283" y="4481851"/>
            <a:chExt cx="1864724" cy="1087761"/>
          </a:xfrm>
        </p:grpSpPr>
        <p:pic>
          <p:nvPicPr>
            <p:cNvPr id="1032" name="Picture 8">
              <a:extLst>
                <a:ext uri="{FF2B5EF4-FFF2-40B4-BE49-F238E27FC236}">
                  <a16:creationId xmlns:a16="http://schemas.microsoft.com/office/drawing/2014/main" id="{6300AC40-14D3-C9BE-E541-279CAB9D704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37334" y="4577686"/>
              <a:ext cx="921673" cy="9355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6" name="Picture 12" descr="Kali Linux Logo&quot; Art Board Print for Sale by Weeev | Redbubble">
              <a:extLst>
                <a:ext uri="{FF2B5EF4-FFF2-40B4-BE49-F238E27FC236}">
                  <a16:creationId xmlns:a16="http://schemas.microsoft.com/office/drawing/2014/main" id="{C346B834-E480-5DE7-A989-E08765586560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4444" t="12510" r="14445" b="19529"/>
            <a:stretch/>
          </p:blipFill>
          <p:spPr bwMode="auto">
            <a:xfrm>
              <a:off x="5594283" y="4481851"/>
              <a:ext cx="838201" cy="108776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8" name="Arrow: Down 7">
            <a:extLst>
              <a:ext uri="{FF2B5EF4-FFF2-40B4-BE49-F238E27FC236}">
                <a16:creationId xmlns:a16="http://schemas.microsoft.com/office/drawing/2014/main" id="{CFD9FB3F-ACB8-1770-792E-0D590E4F3AF6}"/>
              </a:ext>
            </a:extLst>
          </p:cNvPr>
          <p:cNvSpPr/>
          <p:nvPr/>
        </p:nvSpPr>
        <p:spPr>
          <a:xfrm rot="2004461">
            <a:off x="4670590" y="2354442"/>
            <a:ext cx="539045" cy="544319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0" name="Arrow: Down 9">
            <a:extLst>
              <a:ext uri="{FF2B5EF4-FFF2-40B4-BE49-F238E27FC236}">
                <a16:creationId xmlns:a16="http://schemas.microsoft.com/office/drawing/2014/main" id="{A813DB56-DF79-C895-78A5-473E1026CB94}"/>
              </a:ext>
            </a:extLst>
          </p:cNvPr>
          <p:cNvSpPr/>
          <p:nvPr/>
        </p:nvSpPr>
        <p:spPr>
          <a:xfrm rot="19167666">
            <a:off x="6774136" y="2366886"/>
            <a:ext cx="539045" cy="450609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D1A02627-388C-526B-97E7-31F76312C3BD}"/>
              </a:ext>
            </a:extLst>
          </p:cNvPr>
          <p:cNvSpPr txBox="1">
            <a:spLocks/>
          </p:cNvSpPr>
          <p:nvPr/>
        </p:nvSpPr>
        <p:spPr>
          <a:xfrm>
            <a:off x="3540101" y="4034001"/>
            <a:ext cx="2201333" cy="609600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2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SG" sz="1400" b="1" i="1" dirty="0" err="1"/>
              <a:t>Redhat</a:t>
            </a:r>
            <a:r>
              <a:rPr lang="en-SG" sz="1400" b="1" i="1" dirty="0"/>
              <a:t> Linux distribution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1B65F977-B53E-E8B6-ABA7-705FC9FC641C}"/>
              </a:ext>
            </a:extLst>
          </p:cNvPr>
          <p:cNvSpPr txBox="1">
            <a:spLocks/>
          </p:cNvSpPr>
          <p:nvPr/>
        </p:nvSpPr>
        <p:spPr>
          <a:xfrm>
            <a:off x="6632604" y="3915229"/>
            <a:ext cx="2201333" cy="609600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2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SG" sz="1400" b="1" i="1" dirty="0"/>
              <a:t>‘Debian’ distribution</a:t>
            </a:r>
          </a:p>
        </p:txBody>
      </p:sp>
      <p:sp>
        <p:nvSpPr>
          <p:cNvPr id="14" name="Arrow: Down 13">
            <a:extLst>
              <a:ext uri="{FF2B5EF4-FFF2-40B4-BE49-F238E27FC236}">
                <a16:creationId xmlns:a16="http://schemas.microsoft.com/office/drawing/2014/main" id="{39818661-9A7B-9365-86DE-BDF8A6F9D5A5}"/>
              </a:ext>
            </a:extLst>
          </p:cNvPr>
          <p:cNvSpPr/>
          <p:nvPr/>
        </p:nvSpPr>
        <p:spPr>
          <a:xfrm rot="19167666">
            <a:off x="8361229" y="4156727"/>
            <a:ext cx="539045" cy="450609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4184134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FD5A159-2651-1377-1B95-ED61DE21D5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Linux CLI </a:t>
            </a:r>
            <a:r>
              <a:rPr lang="en-US" dirty="0" err="1"/>
              <a:t>Familiarisation</a:t>
            </a:r>
            <a:endParaRPr lang="en-SG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01B27AE-12D4-D93E-5DD1-0BBD1C653E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7094423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AF622B-EEDE-B9A7-41D2-5E83527927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SG" dirty="0"/>
              <a:t>Linux CLI Familiarisation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FC13DD-F591-245A-2CDB-96E880E75F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28800" y="1614487"/>
            <a:ext cx="4267200" cy="3962400"/>
          </a:xfrm>
        </p:spPr>
        <p:txBody>
          <a:bodyPr>
            <a:normAutofit fontScale="85000" lnSpcReduction="20000"/>
          </a:bodyPr>
          <a:lstStyle/>
          <a:p>
            <a:pPr algn="just"/>
            <a:r>
              <a:rPr lang="en-SG" dirty="0"/>
              <a:t>Although there are graphical interfaces for Linux, as a hacker you will most likely be navigating in hacked machines via CLI.</a:t>
            </a:r>
          </a:p>
          <a:p>
            <a:pPr algn="just"/>
            <a:endParaRPr lang="en-SG" dirty="0"/>
          </a:p>
          <a:p>
            <a:pPr algn="just"/>
            <a:r>
              <a:rPr lang="en-SG" dirty="0"/>
              <a:t>The only background </a:t>
            </a:r>
            <a:r>
              <a:rPr lang="en-SG" dirty="0" err="1"/>
              <a:t>color</a:t>
            </a:r>
            <a:r>
              <a:rPr lang="en-SG" dirty="0"/>
              <a:t> you would see most of the time is black (by default).</a:t>
            </a:r>
          </a:p>
          <a:p>
            <a:pPr algn="just"/>
            <a:endParaRPr lang="en-SG" dirty="0"/>
          </a:p>
          <a:p>
            <a:pPr algn="just"/>
            <a:r>
              <a:rPr lang="en-SG" dirty="0"/>
              <a:t>So, ‘git </a:t>
            </a:r>
            <a:r>
              <a:rPr lang="en-SG" dirty="0" err="1"/>
              <a:t>gud</a:t>
            </a:r>
            <a:r>
              <a:rPr lang="en-SG" dirty="0"/>
              <a:t>’ with the CLI!</a:t>
            </a:r>
          </a:p>
        </p:txBody>
      </p:sp>
      <p:pic>
        <p:nvPicPr>
          <p:cNvPr id="2050" name="Picture 2" descr="Top 10 Linux distro for ethical hacking and penetration testing | Infosec  Resources">
            <a:extLst>
              <a:ext uri="{FF2B5EF4-FFF2-40B4-BE49-F238E27FC236}">
                <a16:creationId xmlns:a16="http://schemas.microsoft.com/office/drawing/2014/main" id="{580E815C-C7C4-D7BA-0CAE-5CD5D69F0B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43401" y="1219201"/>
            <a:ext cx="4110111" cy="23764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Top 10 Kali Linux Tools For Hacking - GeeksforGeeks">
            <a:extLst>
              <a:ext uri="{FF2B5EF4-FFF2-40B4-BE49-F238E27FC236}">
                <a16:creationId xmlns:a16="http://schemas.microsoft.com/office/drawing/2014/main" id="{FF32BE20-D2C0-678E-49EF-7A43296AE2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43401" y="3764757"/>
            <a:ext cx="4110111" cy="22512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039847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0BC73A-FCAE-57E6-4AEB-34C9CD7CC3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SG" dirty="0"/>
              <a:t>Linux CLI Familiarisation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97320E-9F28-FE64-E31A-39C92C5EBB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24201" y="1676400"/>
            <a:ext cx="7268029" cy="4572000"/>
          </a:xfrm>
        </p:spPr>
        <p:txBody>
          <a:bodyPr/>
          <a:lstStyle/>
          <a:p>
            <a:pPr marL="0" indent="0" algn="just">
              <a:buNone/>
            </a:pPr>
            <a:r>
              <a:rPr lang="en-SG" dirty="0"/>
              <a:t>Following set of slides shows some basic Linux commands that you should use.</a:t>
            </a:r>
          </a:p>
          <a:p>
            <a:pPr marL="0" indent="0" algn="just">
              <a:buNone/>
            </a:pPr>
            <a:endParaRPr lang="en-SG" dirty="0"/>
          </a:p>
          <a:p>
            <a:pPr marL="0" indent="0" algn="just">
              <a:buNone/>
            </a:pPr>
            <a:r>
              <a:rPr lang="en-SG" dirty="0"/>
              <a:t>If not, best is to have the Red Team Field Manual at all times (located in Brightspace LMS).</a:t>
            </a:r>
          </a:p>
          <a:p>
            <a:pPr marL="0" indent="0">
              <a:buNone/>
            </a:pPr>
            <a:endParaRPr lang="en-SG" dirty="0"/>
          </a:p>
          <a:p>
            <a:pPr marL="0" indent="0">
              <a:buNone/>
            </a:pP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41684814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0BC73A-FCAE-57E6-4AEB-34C9CD7CC3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SG" dirty="0"/>
              <a:t>Linux CLI Familiarisation</a:t>
            </a:r>
            <a:br>
              <a:rPr lang="en-SG" dirty="0"/>
            </a:br>
            <a:r>
              <a:rPr lang="en-SG" dirty="0"/>
              <a:t>[Basic Commands]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E45190D-65D8-8A3C-ED15-2DB43EE25E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2455076"/>
              </p:ext>
            </p:extLst>
          </p:nvPr>
        </p:nvGraphicFramePr>
        <p:xfrm>
          <a:off x="2590801" y="1905000"/>
          <a:ext cx="7255043" cy="3505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67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983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9747">
                <a:tc>
                  <a:txBody>
                    <a:bodyPr/>
                    <a:lstStyle/>
                    <a:p>
                      <a:pPr algn="ctr" fontAlgn="ctr"/>
                      <a:r>
                        <a:rPr lang="en-US" b="1" dirty="0"/>
                        <a:t>Command</a:t>
                      </a:r>
                    </a:p>
                  </a:txBody>
                  <a:tcPr marL="47625" marR="47625" marT="47625" marB="47625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b="1" dirty="0"/>
                        <a:t>Description</a:t>
                      </a:r>
                    </a:p>
                  </a:txBody>
                  <a:tcPr marL="47625" marR="47625" marT="47625" marB="4762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9747">
                <a:tc>
                  <a:txBody>
                    <a:bodyPr/>
                    <a:lstStyle/>
                    <a:p>
                      <a:pPr fontAlgn="ctr"/>
                      <a:r>
                        <a:rPr lang="en-US" b="1" dirty="0"/>
                        <a:t>mv</a:t>
                      </a:r>
                    </a:p>
                  </a:txBody>
                  <a:tcPr marL="47625" marR="47625" marT="47625" marB="47625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b="0" dirty="0"/>
                        <a:t>Moves or renames files and directories.</a:t>
                      </a:r>
                    </a:p>
                  </a:txBody>
                  <a:tcPr marL="47625" marR="47625" marT="47625" marB="476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9747">
                <a:tc>
                  <a:txBody>
                    <a:bodyPr/>
                    <a:lstStyle/>
                    <a:p>
                      <a:pPr fontAlgn="ctr"/>
                      <a:r>
                        <a:rPr lang="en-US" b="1" dirty="0"/>
                        <a:t>chmod</a:t>
                      </a:r>
                    </a:p>
                  </a:txBody>
                  <a:tcPr marL="47625" marR="47625" marT="47625" marB="47625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b="0" dirty="0"/>
                        <a:t>Modifies file permissions.</a:t>
                      </a:r>
                    </a:p>
                  </a:txBody>
                  <a:tcPr marL="47625" marR="47625" marT="47625" marB="4762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9747">
                <a:tc>
                  <a:txBody>
                    <a:bodyPr/>
                    <a:lstStyle/>
                    <a:p>
                      <a:pPr fontAlgn="ctr"/>
                      <a:r>
                        <a:rPr lang="en-US" b="1" dirty="0"/>
                        <a:t>chown</a:t>
                      </a:r>
                    </a:p>
                  </a:txBody>
                  <a:tcPr marL="47625" marR="47625" marT="47625" marB="47625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b="0" dirty="0"/>
                        <a:t>Changes the ownership of a file.</a:t>
                      </a:r>
                    </a:p>
                  </a:txBody>
                  <a:tcPr marL="47625" marR="47625" marT="47625" marB="47625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9747">
                <a:tc>
                  <a:txBody>
                    <a:bodyPr/>
                    <a:lstStyle/>
                    <a:p>
                      <a:pPr fontAlgn="ctr"/>
                      <a:r>
                        <a:rPr lang="en-US" b="1" dirty="0"/>
                        <a:t>dd</a:t>
                      </a:r>
                    </a:p>
                  </a:txBody>
                  <a:tcPr marL="47625" marR="47625" marT="47625" marB="47625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b="0" dirty="0"/>
                        <a:t>Copies data from an input to an output.</a:t>
                      </a:r>
                    </a:p>
                  </a:txBody>
                  <a:tcPr marL="47625" marR="47625" marT="47625" marB="47625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9747">
                <a:tc>
                  <a:txBody>
                    <a:bodyPr/>
                    <a:lstStyle/>
                    <a:p>
                      <a:pPr fontAlgn="ctr"/>
                      <a:r>
                        <a:rPr lang="en-US" b="1" dirty="0"/>
                        <a:t>pwd</a:t>
                      </a:r>
                    </a:p>
                  </a:txBody>
                  <a:tcPr marL="47625" marR="47625" marT="47625" marB="47625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b="0" dirty="0"/>
                        <a:t>Displays the name of the current directory.</a:t>
                      </a:r>
                    </a:p>
                  </a:txBody>
                  <a:tcPr marL="47625" marR="47625" marT="47625" marB="47625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9747">
                <a:tc>
                  <a:txBody>
                    <a:bodyPr/>
                    <a:lstStyle/>
                    <a:p>
                      <a:pPr fontAlgn="ctr"/>
                      <a:r>
                        <a:rPr lang="en-US" b="1" dirty="0"/>
                        <a:t>ps</a:t>
                      </a:r>
                    </a:p>
                  </a:txBody>
                  <a:tcPr marL="47625" marR="47625" marT="47625" marB="47625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b="0" dirty="0"/>
                        <a:t>Lists the processes that are currently running in the system.</a:t>
                      </a:r>
                    </a:p>
                  </a:txBody>
                  <a:tcPr marL="47625" marR="47625" marT="47625" marB="47625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9747">
                <a:tc>
                  <a:txBody>
                    <a:bodyPr/>
                    <a:lstStyle/>
                    <a:p>
                      <a:pPr fontAlgn="ctr"/>
                      <a:r>
                        <a:rPr lang="en-US" b="1" dirty="0"/>
                        <a:t>su</a:t>
                      </a:r>
                    </a:p>
                  </a:txBody>
                  <a:tcPr marL="47625" marR="47625" marT="47625" marB="47625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b="0" dirty="0"/>
                        <a:t>Simulates a login as another user or to become a superuser.</a:t>
                      </a:r>
                    </a:p>
                  </a:txBody>
                  <a:tcPr marL="47625" marR="47625" marT="47625" marB="47625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314181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0BC73A-FCAE-57E6-4AEB-34C9CD7CC3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SG" dirty="0"/>
              <a:t>Linux CLI Familiarisation</a:t>
            </a:r>
            <a:br>
              <a:rPr lang="en-SG" dirty="0"/>
            </a:br>
            <a:r>
              <a:rPr lang="en-SG" dirty="0"/>
              <a:t>[Basic Commands]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FA72D44-826C-7D71-1EBB-9320D2D747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1303410"/>
              </p:ext>
            </p:extLst>
          </p:nvPr>
        </p:nvGraphicFramePr>
        <p:xfrm>
          <a:off x="1902994" y="1447800"/>
          <a:ext cx="8386012" cy="4792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42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917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6365">
                <a:tc>
                  <a:txBody>
                    <a:bodyPr/>
                    <a:lstStyle/>
                    <a:p>
                      <a:pPr algn="ctr" fontAlgn="ctr"/>
                      <a:r>
                        <a:rPr lang="en-US" b="1" dirty="0"/>
                        <a:t>Command</a:t>
                      </a:r>
                    </a:p>
                  </a:txBody>
                  <a:tcPr marL="47625" marR="47625" marT="47625" marB="47625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b="1" dirty="0"/>
                        <a:t>Description</a:t>
                      </a:r>
                    </a:p>
                  </a:txBody>
                  <a:tcPr marL="47625" marR="47625" marT="47625" marB="4762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365">
                <a:tc>
                  <a:txBody>
                    <a:bodyPr/>
                    <a:lstStyle/>
                    <a:p>
                      <a:pPr fontAlgn="ctr"/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sudo</a:t>
                      </a:r>
                    </a:p>
                  </a:txBody>
                  <a:tcPr marL="47625" marR="47625" marT="47625" marB="47625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sz="18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Runs a command as a super user, by default, or another named user.</a:t>
                      </a:r>
                    </a:p>
                  </a:txBody>
                  <a:tcPr marL="47625" marR="47625" marT="47625" marB="476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6365">
                <a:tc>
                  <a:txBody>
                    <a:bodyPr/>
                    <a:lstStyle/>
                    <a:p>
                      <a:pPr fontAlgn="ctr"/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grep</a:t>
                      </a:r>
                    </a:p>
                  </a:txBody>
                  <a:tcPr marL="47625" marR="47625" marT="47625" marB="47625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sz="18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Used to search for specific strings of characters within a file or other command outputs.</a:t>
                      </a:r>
                    </a:p>
                  </a:txBody>
                  <a:tcPr marL="47625" marR="47625" marT="47625" marB="4762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6365">
                <a:tc>
                  <a:txBody>
                    <a:bodyPr/>
                    <a:lstStyle/>
                    <a:p>
                      <a:pPr fontAlgn="ctr"/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ifconfig</a:t>
                      </a:r>
                    </a:p>
                  </a:txBody>
                  <a:tcPr marL="47625" marR="47625" marT="47625" marB="47625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sz="18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Used to display or configure network card related information.</a:t>
                      </a:r>
                    </a:p>
                  </a:txBody>
                  <a:tcPr marL="47625" marR="47625" marT="47625" marB="47625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6365">
                <a:tc>
                  <a:txBody>
                    <a:bodyPr/>
                    <a:lstStyle/>
                    <a:p>
                      <a:pPr fontAlgn="ctr"/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apt-get</a:t>
                      </a:r>
                    </a:p>
                  </a:txBody>
                  <a:tcPr marL="47625" marR="47625" marT="47625" marB="47625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sz="18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Used to install, configure and remove packages on Debian and its derivatives.</a:t>
                      </a:r>
                    </a:p>
                  </a:txBody>
                  <a:tcPr marL="47625" marR="47625" marT="47625" marB="47625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6365">
                <a:tc>
                  <a:txBody>
                    <a:bodyPr/>
                    <a:lstStyle/>
                    <a:p>
                      <a:pPr fontAlgn="ctr"/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iwconfig</a:t>
                      </a:r>
                    </a:p>
                  </a:txBody>
                  <a:tcPr marL="47625" marR="47625" marT="47625" marB="47625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sz="18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Used to display or configure wireless network card related information.</a:t>
                      </a:r>
                    </a:p>
                  </a:txBody>
                  <a:tcPr marL="47625" marR="47625" marT="47625" marB="47625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8173">
                <a:tc>
                  <a:txBody>
                    <a:bodyPr/>
                    <a:lstStyle/>
                    <a:p>
                      <a:pPr fontAlgn="ctr"/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shutdown</a:t>
                      </a:r>
                    </a:p>
                  </a:txBody>
                  <a:tcPr marL="47625" marR="47625" marT="47625" marB="47625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sz="18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Shuts down the system and performs shut down related tasks including restart, halt, put to sleep or kick out all currently connected users.</a:t>
                      </a:r>
                    </a:p>
                  </a:txBody>
                  <a:tcPr marL="47625" marR="47625" marT="47625" marB="47625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6365">
                <a:tc>
                  <a:txBody>
                    <a:bodyPr/>
                    <a:lstStyle/>
                    <a:p>
                      <a:pPr fontAlgn="ctr"/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passwd</a:t>
                      </a:r>
                    </a:p>
                  </a:txBody>
                  <a:tcPr marL="47625" marR="47625" marT="47625" marB="47625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sz="18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Used to change the password.</a:t>
                      </a:r>
                    </a:p>
                  </a:txBody>
                  <a:tcPr marL="47625" marR="47625" marT="47625" marB="47625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6365">
                <a:tc>
                  <a:txBody>
                    <a:bodyPr/>
                    <a:lstStyle/>
                    <a:p>
                      <a:pPr fontAlgn="ctr"/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cat</a:t>
                      </a:r>
                    </a:p>
                  </a:txBody>
                  <a:tcPr marL="47625" marR="47625" marT="47625" marB="47625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sz="18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Used to list the contents of a file and expects the file name as the parameter.</a:t>
                      </a:r>
                    </a:p>
                  </a:txBody>
                  <a:tcPr marL="47625" marR="47625" marT="47625" marB="47625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6365">
                <a:tc>
                  <a:txBody>
                    <a:bodyPr/>
                    <a:lstStyle/>
                    <a:p>
                      <a:pPr fontAlgn="ctr"/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man</a:t>
                      </a:r>
                    </a:p>
                  </a:txBody>
                  <a:tcPr marL="47625" marR="47625" marT="47625" marB="47625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sz="18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Used to display the documentation for a specific command.</a:t>
                      </a:r>
                    </a:p>
                  </a:txBody>
                  <a:tcPr marL="47625" marR="47625" marT="47625" marB="47625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328896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0BC73A-FCAE-57E6-4AEB-34C9CD7CC3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SG" dirty="0"/>
              <a:t>Linux CLI Familiarisation</a:t>
            </a:r>
            <a:br>
              <a:rPr lang="en-SG" dirty="0"/>
            </a:br>
            <a:r>
              <a:rPr lang="en-SG" dirty="0"/>
              <a:t>[File and Directory Commands]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269BA40-8815-8574-3618-4DB1A1AF82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7009875"/>
              </p:ext>
            </p:extLst>
          </p:nvPr>
        </p:nvGraphicFramePr>
        <p:xfrm>
          <a:off x="2101516" y="1752600"/>
          <a:ext cx="7988969" cy="38747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68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721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8693">
                <a:tc>
                  <a:txBody>
                    <a:bodyPr/>
                    <a:lstStyle/>
                    <a:p>
                      <a:pPr algn="ctr" fontAlgn="ctr"/>
                      <a:r>
                        <a:rPr lang="en-US" b="1" dirty="0"/>
                        <a:t>Command</a:t>
                      </a:r>
                    </a:p>
                  </a:txBody>
                  <a:tcPr marL="47625" marR="47625" marT="47625" marB="47625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b="1" dirty="0"/>
                        <a:t>Description</a:t>
                      </a:r>
                    </a:p>
                  </a:txBody>
                  <a:tcPr marL="47625" marR="47625" marT="47625" marB="4762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8693">
                <a:tc>
                  <a:txBody>
                    <a:bodyPr/>
                    <a:lstStyle/>
                    <a:p>
                      <a:pPr fontAlgn="ctr"/>
                      <a:r>
                        <a:rPr lang="en-US" b="1" dirty="0"/>
                        <a:t>Is</a:t>
                      </a:r>
                    </a:p>
                  </a:txBody>
                  <a:tcPr marL="47625" marR="47625" marT="47625" marB="47625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b="0" dirty="0"/>
                        <a:t>Displays the files inside a directory.</a:t>
                      </a:r>
                    </a:p>
                  </a:txBody>
                  <a:tcPr marL="47625" marR="47625" marT="47625" marB="476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8693">
                <a:tc>
                  <a:txBody>
                    <a:bodyPr/>
                    <a:lstStyle/>
                    <a:p>
                      <a:pPr fontAlgn="ctr"/>
                      <a:r>
                        <a:rPr lang="en-US" b="1" dirty="0"/>
                        <a:t>cd</a:t>
                      </a:r>
                    </a:p>
                  </a:txBody>
                  <a:tcPr marL="47625" marR="47625" marT="47625" marB="47625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b="0" dirty="0"/>
                        <a:t>Changes the current directory.</a:t>
                      </a:r>
                    </a:p>
                  </a:txBody>
                  <a:tcPr marL="47625" marR="47625" marT="47625" marB="4762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8693">
                <a:tc>
                  <a:txBody>
                    <a:bodyPr/>
                    <a:lstStyle/>
                    <a:p>
                      <a:pPr fontAlgn="ctr"/>
                      <a:r>
                        <a:rPr lang="en-US" b="1" dirty="0"/>
                        <a:t>mkdir</a:t>
                      </a:r>
                    </a:p>
                  </a:txBody>
                  <a:tcPr marL="47625" marR="47625" marT="47625" marB="47625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b="0" dirty="0"/>
                        <a:t>Creates a directory under the current directory.</a:t>
                      </a:r>
                    </a:p>
                  </a:txBody>
                  <a:tcPr marL="47625" marR="47625" marT="47625" marB="47625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8693">
                <a:tc>
                  <a:txBody>
                    <a:bodyPr/>
                    <a:lstStyle/>
                    <a:p>
                      <a:pPr fontAlgn="ctr"/>
                      <a:r>
                        <a:rPr lang="en-US" b="1" dirty="0"/>
                        <a:t>cp</a:t>
                      </a:r>
                    </a:p>
                  </a:txBody>
                  <a:tcPr marL="47625" marR="47625" marT="47625" marB="47625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b="0" dirty="0"/>
                        <a:t>Copies files from source to destination.</a:t>
                      </a:r>
                    </a:p>
                  </a:txBody>
                  <a:tcPr marL="47625" marR="47625" marT="47625" marB="47625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8693">
                <a:tc>
                  <a:txBody>
                    <a:bodyPr/>
                    <a:lstStyle/>
                    <a:p>
                      <a:pPr fontAlgn="ctr"/>
                      <a:r>
                        <a:rPr lang="en-US" b="1" dirty="0"/>
                        <a:t>mv</a:t>
                      </a:r>
                    </a:p>
                  </a:txBody>
                  <a:tcPr marL="47625" marR="47625" marT="47625" marB="47625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b="0" dirty="0"/>
                        <a:t>Moves files to a different directory.</a:t>
                      </a:r>
                    </a:p>
                  </a:txBody>
                  <a:tcPr marL="47625" marR="47625" marT="47625" marB="47625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8693">
                <a:tc>
                  <a:txBody>
                    <a:bodyPr/>
                    <a:lstStyle/>
                    <a:p>
                      <a:pPr fontAlgn="ctr"/>
                      <a:r>
                        <a:rPr lang="en-US" b="1" dirty="0"/>
                        <a:t>rm</a:t>
                      </a:r>
                    </a:p>
                  </a:txBody>
                  <a:tcPr marL="47625" marR="47625" marT="47625" marB="47625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b="0" dirty="0"/>
                        <a:t>Removes files.</a:t>
                      </a:r>
                    </a:p>
                  </a:txBody>
                  <a:tcPr marL="47625" marR="47625" marT="47625" marB="47625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99521">
                <a:tc>
                  <a:txBody>
                    <a:bodyPr/>
                    <a:lstStyle/>
                    <a:p>
                      <a:pPr fontAlgn="ctr"/>
                      <a:r>
                        <a:rPr lang="en-US" b="1" dirty="0"/>
                        <a:t>grep</a:t>
                      </a:r>
                    </a:p>
                  </a:txBody>
                  <a:tcPr marL="47625" marR="47625" marT="47625" marB="47625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b="0" dirty="0"/>
                        <a:t>Searches for specific strings of characters within a file or other commands outputs.</a:t>
                      </a:r>
                    </a:p>
                  </a:txBody>
                  <a:tcPr marL="47625" marR="47625" marT="47625" marB="47625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8693">
                <a:tc>
                  <a:txBody>
                    <a:bodyPr/>
                    <a:lstStyle/>
                    <a:p>
                      <a:pPr fontAlgn="ctr"/>
                      <a:r>
                        <a:rPr lang="en-US" b="1" dirty="0"/>
                        <a:t>cat</a:t>
                      </a:r>
                    </a:p>
                  </a:txBody>
                  <a:tcPr marL="47625" marR="47625" marT="47625" marB="47625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b="0" dirty="0"/>
                        <a:t>Lists the contents of a file and expects the file name as the parameter.</a:t>
                      </a:r>
                    </a:p>
                  </a:txBody>
                  <a:tcPr marL="47625" marR="47625" marT="47625" marB="47625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030144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005844-9B3E-110F-655D-75E55BF2FD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SG" dirty="0"/>
              <a:t>Linux CLI Familiarisation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6538A5-9F53-D073-8A6B-08B994E9F5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SG" b="1" u="sng" dirty="0"/>
              <a:t>Command Line Text Editors</a:t>
            </a:r>
          </a:p>
          <a:p>
            <a:pPr marL="0" indent="0">
              <a:buNone/>
            </a:pPr>
            <a:r>
              <a:rPr lang="en-SG" dirty="0"/>
              <a:t>So far there are two common CLI Text Editors, namely:</a:t>
            </a:r>
          </a:p>
          <a:p>
            <a:pPr lvl="1"/>
            <a:r>
              <a:rPr lang="en-SG" dirty="0"/>
              <a:t>vi/vim</a:t>
            </a:r>
          </a:p>
          <a:p>
            <a:pPr lvl="1"/>
            <a:r>
              <a:rPr lang="en-SG" dirty="0"/>
              <a:t>nano</a:t>
            </a:r>
          </a:p>
          <a:p>
            <a:pPr marL="457200" lvl="1" indent="0">
              <a:buNone/>
            </a:pPr>
            <a:endParaRPr lang="en-SG" dirty="0"/>
          </a:p>
          <a:p>
            <a:pPr marL="0" indent="0" algn="just">
              <a:buNone/>
            </a:pPr>
            <a:r>
              <a:rPr lang="en-SG" dirty="0"/>
              <a:t>My advice: learn vi / vim because it is installed by default </a:t>
            </a:r>
            <a:r>
              <a:rPr lang="en-SG" dirty="0">
                <a:sym typeface="Wingdings" panose="05000000000000000000" pitchFamily="2" charset="2"/>
              </a:rPr>
              <a:t>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8760290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F1B201-6AE9-C3A5-6A76-55FC7E2CE6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SG" dirty="0"/>
              <a:t>Linux CLI Familiarisation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8E23B59-D4C9-356C-4ACC-D5D5E16BF45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828800" y="1676400"/>
            <a:ext cx="4324286" cy="4267200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9A0C3C9-0064-6ECB-5FC8-EB5016A878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53087" y="1707444"/>
            <a:ext cx="4155273" cy="426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25450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F1B201-6AE9-C3A5-6A76-55FC7E2CE6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SG" dirty="0"/>
              <a:t>Linux CLI Familiarisation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05D36FA-7C07-BC09-6801-A3ECA90853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000" y="1752600"/>
            <a:ext cx="4201268" cy="39624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96B193B-1B4B-4997-8F6A-0A037514B7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64957" y="1752600"/>
            <a:ext cx="4492211" cy="403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70509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0B080E2-E447-5DE8-F89E-C5D1229E42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Core </a:t>
            </a:r>
            <a:r>
              <a:rPr lang="en-US"/>
              <a:t>System configuration files</a:t>
            </a:r>
            <a:endParaRPr lang="en-S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2724626-6C10-6495-B666-AAF0F4AE9B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8340514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98E6F6-B4F3-1F3B-9912-8375CA6087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US" dirty="0"/>
              <a:t>Core System Configuration Files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B9D8FF-FA7E-908A-59CF-4E59225E8C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24201" y="1600200"/>
            <a:ext cx="7268029" cy="4648200"/>
          </a:xfrm>
        </p:spPr>
        <p:txBody>
          <a:bodyPr/>
          <a:lstStyle/>
          <a:p>
            <a:pPr marL="0" indent="0" algn="just">
              <a:buNone/>
            </a:pPr>
            <a:r>
              <a:rPr lang="en-SG" dirty="0"/>
              <a:t>There are certain configuration files that provide vital information such as the list of users, networks and so on.</a:t>
            </a:r>
          </a:p>
          <a:p>
            <a:pPr marL="0" indent="0" algn="just">
              <a:buNone/>
            </a:pPr>
            <a:endParaRPr lang="en-SG" dirty="0"/>
          </a:p>
          <a:p>
            <a:pPr marL="0" indent="0" algn="just">
              <a:buNone/>
            </a:pPr>
            <a:r>
              <a:rPr lang="en-SG" dirty="0"/>
              <a:t>Do take note that these system files SHOULD exist across all Linux OS distros.</a:t>
            </a:r>
          </a:p>
        </p:txBody>
      </p:sp>
    </p:spTree>
    <p:extLst>
      <p:ext uri="{BB962C8B-B14F-4D97-AF65-F5344CB8AC3E}">
        <p14:creationId xmlns:p14="http://schemas.microsoft.com/office/powerpoint/2010/main" val="13711724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25C6F-78FB-32E1-6722-900E33637F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SG" dirty="0"/>
              <a:t>Core System Configuration Files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EC466CF-86D5-3288-6682-9C0330C551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5132" y="1447800"/>
            <a:ext cx="8434269" cy="449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15417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8083</TotalTime>
  <Words>584</Words>
  <Application>Microsoft Office PowerPoint</Application>
  <PresentationFormat>Widescreen</PresentationFormat>
  <Paragraphs>114</Paragraphs>
  <Slides>17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Arial Unicode MS</vt:lpstr>
      <vt:lpstr>Calibri</vt:lpstr>
      <vt:lpstr>Wingdings</vt:lpstr>
      <vt:lpstr>Office Theme</vt:lpstr>
      <vt:lpstr>PowerPoint Presentation</vt:lpstr>
      <vt:lpstr>Objectives</vt:lpstr>
      <vt:lpstr>Linux System fundamentals</vt:lpstr>
      <vt:lpstr>Linux System Fundamentals</vt:lpstr>
      <vt:lpstr>Linux System Fundamentals</vt:lpstr>
      <vt:lpstr>Linux CLI Familiarisation</vt:lpstr>
      <vt:lpstr>Linux CLI Familiarisation</vt:lpstr>
      <vt:lpstr>Linux CLI Familiarisation</vt:lpstr>
      <vt:lpstr>Linux CLI Familiarisation [Basic Commands]</vt:lpstr>
      <vt:lpstr>Linux CLI Familiarisation [Basic Commands]</vt:lpstr>
      <vt:lpstr>Linux CLI Familiarisation [File and Directory Commands]</vt:lpstr>
      <vt:lpstr>Linux CLI Familiarisation</vt:lpstr>
      <vt:lpstr>Linux CLI Familiarisation</vt:lpstr>
      <vt:lpstr>Linux CLI Familiarisation</vt:lpstr>
      <vt:lpstr>Core System configuration files</vt:lpstr>
      <vt:lpstr>Core System Configuration Files</vt:lpstr>
      <vt:lpstr>Core System Configuration Files</vt:lpstr>
    </vt:vector>
  </TitlesOfParts>
  <Company>Temasek Polytechnic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yulin</dc:creator>
  <cp:lastModifiedBy>Edmund WEE (TP)</cp:lastModifiedBy>
  <cp:revision>810</cp:revision>
  <dcterms:created xsi:type="dcterms:W3CDTF">2012-02-09T05:42:03Z</dcterms:created>
  <dcterms:modified xsi:type="dcterms:W3CDTF">2026-03-23T01:20:14Z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bcb20ed-001a-45f4-b2e7-234c5fc91178_Enabled">
    <vt:lpwstr>True</vt:lpwstr>
  </property>
  <property fmtid="{D5CDD505-2E9C-101B-9397-08002B2CF9AE}" pid="3" name="MSIP_Label_4bcb20ed-001a-45f4-b2e7-234c5fc91178_SiteId">
    <vt:lpwstr>25a99bf0-8e72-472a-ae50-adfbdf0df6f1</vt:lpwstr>
  </property>
  <property fmtid="{D5CDD505-2E9C-101B-9397-08002B2CF9AE}" pid="4" name="MSIP_Label_4bcb20ed-001a-45f4-b2e7-234c5fc91178_Owner">
    <vt:lpwstr>shamzah@TP.EDU.SG</vt:lpwstr>
  </property>
  <property fmtid="{D5CDD505-2E9C-101B-9397-08002B2CF9AE}" pid="5" name="MSIP_Label_4bcb20ed-001a-45f4-b2e7-234c5fc91178_SetDate">
    <vt:lpwstr>2019-12-12T16:11:24.3844753Z</vt:lpwstr>
  </property>
  <property fmtid="{D5CDD505-2E9C-101B-9397-08002B2CF9AE}" pid="6" name="MSIP_Label_4bcb20ed-001a-45f4-b2e7-234c5fc91178_Name">
    <vt:lpwstr>Official (Closed)</vt:lpwstr>
  </property>
  <property fmtid="{D5CDD505-2E9C-101B-9397-08002B2CF9AE}" pid="7" name="MSIP_Label_4bcb20ed-001a-45f4-b2e7-234c5fc91178_Application">
    <vt:lpwstr>Microsoft Azure Information Protection</vt:lpwstr>
  </property>
  <property fmtid="{D5CDD505-2E9C-101B-9397-08002B2CF9AE}" pid="8" name="MSIP_Label_4bcb20ed-001a-45f4-b2e7-234c5fc91178_ActionId">
    <vt:lpwstr>e9e0e61a-f8c5-420c-b625-1f10b52177be</vt:lpwstr>
  </property>
  <property fmtid="{D5CDD505-2E9C-101B-9397-08002B2CF9AE}" pid="9" name="MSIP_Label_4bcb20ed-001a-45f4-b2e7-234c5fc91178_Extended_MSFT_Method">
    <vt:lpwstr>Automatic</vt:lpwstr>
  </property>
  <property fmtid="{D5CDD505-2E9C-101B-9397-08002B2CF9AE}" pid="10" name="MSIP_Label_f69d7fc4-da81-42e5-b309-526f71322d86_Enabled">
    <vt:lpwstr>True</vt:lpwstr>
  </property>
  <property fmtid="{D5CDD505-2E9C-101B-9397-08002B2CF9AE}" pid="11" name="MSIP_Label_f69d7fc4-da81-42e5-b309-526f71322d86_SiteId">
    <vt:lpwstr>25a99bf0-8e72-472a-ae50-adfbdf0df6f1</vt:lpwstr>
  </property>
  <property fmtid="{D5CDD505-2E9C-101B-9397-08002B2CF9AE}" pid="12" name="MSIP_Label_f69d7fc4-da81-42e5-b309-526f71322d86_Owner">
    <vt:lpwstr>shamzah@TP.EDU.SG</vt:lpwstr>
  </property>
  <property fmtid="{D5CDD505-2E9C-101B-9397-08002B2CF9AE}" pid="13" name="MSIP_Label_f69d7fc4-da81-42e5-b309-526f71322d86_SetDate">
    <vt:lpwstr>2019-12-12T16:11:24.3844753Z</vt:lpwstr>
  </property>
  <property fmtid="{D5CDD505-2E9C-101B-9397-08002B2CF9AE}" pid="14" name="MSIP_Label_f69d7fc4-da81-42e5-b309-526f71322d86_Name">
    <vt:lpwstr>Non-Sensitive</vt:lpwstr>
  </property>
  <property fmtid="{D5CDD505-2E9C-101B-9397-08002B2CF9AE}" pid="15" name="MSIP_Label_f69d7fc4-da81-42e5-b309-526f71322d86_Application">
    <vt:lpwstr>Microsoft Azure Information Protection</vt:lpwstr>
  </property>
  <property fmtid="{D5CDD505-2E9C-101B-9397-08002B2CF9AE}" pid="16" name="MSIP_Label_f69d7fc4-da81-42e5-b309-526f71322d86_ActionId">
    <vt:lpwstr>e9e0e61a-f8c5-420c-b625-1f10b52177be</vt:lpwstr>
  </property>
  <property fmtid="{D5CDD505-2E9C-101B-9397-08002B2CF9AE}" pid="17" name="MSIP_Label_f69d7fc4-da81-42e5-b309-526f71322d86_Parent">
    <vt:lpwstr>4bcb20ed-001a-45f4-b2e7-234c5fc91178</vt:lpwstr>
  </property>
  <property fmtid="{D5CDD505-2E9C-101B-9397-08002B2CF9AE}" pid="18" name="MSIP_Label_f69d7fc4-da81-42e5-b309-526f71322d86_Extended_MSFT_Method">
    <vt:lpwstr>Automatic</vt:lpwstr>
  </property>
  <property fmtid="{D5CDD505-2E9C-101B-9397-08002B2CF9AE}" pid="19" name="Sensitivity">
    <vt:lpwstr>Official (Closed) Non-Sensitive</vt:lpwstr>
  </property>
</Properties>
</file>