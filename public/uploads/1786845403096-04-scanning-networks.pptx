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59" r:id="rId3"/>
    <p:sldId id="260" r:id="rId4"/>
    <p:sldId id="261" r:id="rId5"/>
    <p:sldId id="262" r:id="rId6"/>
    <p:sldId id="263" r:id="rId7"/>
    <p:sldId id="266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Tan Chun Chieh" initials="JTCC" lastIdx="1" clrIdx="0"/>
  <p:cmAuthor id="2" name="James Tan" initials="J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0C"/>
    <a:srgbClr val="CC0000"/>
    <a:srgbClr val="44A5C8"/>
    <a:srgbClr val="0099CC"/>
    <a:srgbClr val="003399"/>
    <a:srgbClr val="009999"/>
    <a:srgbClr val="0066FF"/>
    <a:srgbClr val="0000CC"/>
    <a:srgbClr val="339933"/>
    <a:srgbClr val="F2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38" autoAdjust="0"/>
    <p:restoredTop sz="75088" autoAdjust="0"/>
  </p:normalViewPr>
  <p:slideViewPr>
    <p:cSldViewPr>
      <p:cViewPr>
        <p:scale>
          <a:sx n="66" d="100"/>
          <a:sy n="66" d="100"/>
        </p:scale>
        <p:origin x="1277" y="173"/>
      </p:cViewPr>
      <p:guideLst>
        <p:guide orient="horz" pos="2160"/>
        <p:guide pos="384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mund WEE (TP)" userId="1aeff9e9-75c8-437e-9382-defeb26b795c" providerId="ADAL" clId="{114014A8-C605-4144-AADB-3E73113CE3EA}"/>
    <pc:docChg chg="undo custSel addSld delSld modSld">
      <pc:chgData name="Edmund WEE (TP)" userId="1aeff9e9-75c8-437e-9382-defeb26b795c" providerId="ADAL" clId="{114014A8-C605-4144-AADB-3E73113CE3EA}" dt="2026-03-23T01:46:43.452" v="178" actId="47"/>
      <pc:docMkLst>
        <pc:docMk/>
      </pc:docMkLst>
      <pc:sldChg chg="modSp mod">
        <pc:chgData name="Edmund WEE (TP)" userId="1aeff9e9-75c8-437e-9382-defeb26b795c" providerId="ADAL" clId="{114014A8-C605-4144-AADB-3E73113CE3EA}" dt="2026-03-23T01:37:10.550" v="20" actId="20577"/>
        <pc:sldMkLst>
          <pc:docMk/>
          <pc:sldMk cId="0" sldId="258"/>
        </pc:sldMkLst>
        <pc:spChg chg="mod">
          <ac:chgData name="Edmund WEE (TP)" userId="1aeff9e9-75c8-437e-9382-defeb26b795c" providerId="ADAL" clId="{114014A8-C605-4144-AADB-3E73113CE3EA}" dt="2026-03-23T01:37:10.550" v="20" actId="20577"/>
          <ac:spMkLst>
            <pc:docMk/>
            <pc:sldMk cId="0" sldId="258"/>
            <ac:spMk id="5" creationId="{00000000-0000-0000-0000-000000000000}"/>
          </ac:spMkLst>
        </pc:spChg>
      </pc:sldChg>
      <pc:sldChg chg="addSp delSp modSp mod">
        <pc:chgData name="Edmund WEE (TP)" userId="1aeff9e9-75c8-437e-9382-defeb26b795c" providerId="ADAL" clId="{114014A8-C605-4144-AADB-3E73113CE3EA}" dt="2026-03-23T01:43:32.844" v="150" actId="22"/>
        <pc:sldMkLst>
          <pc:docMk/>
          <pc:sldMk cId="0" sldId="259"/>
        </pc:sldMkLst>
        <pc:spChg chg="mod">
          <ac:chgData name="Edmund WEE (TP)" userId="1aeff9e9-75c8-437e-9382-defeb26b795c" providerId="ADAL" clId="{114014A8-C605-4144-AADB-3E73113CE3EA}" dt="2026-03-23T01:38:30.413" v="129" actId="20577"/>
          <ac:spMkLst>
            <pc:docMk/>
            <pc:sldMk cId="0" sldId="259"/>
            <ac:spMk id="7171" creationId="{00000000-0000-0000-0000-000000000000}"/>
          </ac:spMkLst>
        </pc:spChg>
        <pc:picChg chg="add del">
          <ac:chgData name="Edmund WEE (TP)" userId="1aeff9e9-75c8-437e-9382-defeb26b795c" providerId="ADAL" clId="{114014A8-C605-4144-AADB-3E73113CE3EA}" dt="2026-03-23T01:43:32.844" v="150" actId="22"/>
          <ac:picMkLst>
            <pc:docMk/>
            <pc:sldMk cId="0" sldId="259"/>
            <ac:picMk id="3" creationId="{3CBA1AB0-AA56-74A1-13EA-479E3B0F3B08}"/>
          </ac:picMkLst>
        </pc:picChg>
      </pc:sldChg>
      <pc:sldChg chg="addSp delSp modSp new mod modClrScheme chgLayout">
        <pc:chgData name="Edmund WEE (TP)" userId="1aeff9e9-75c8-437e-9382-defeb26b795c" providerId="ADAL" clId="{114014A8-C605-4144-AADB-3E73113CE3EA}" dt="2026-03-23T01:38:49.553" v="138" actId="20577"/>
        <pc:sldMkLst>
          <pc:docMk/>
          <pc:sldMk cId="3004585391" sldId="260"/>
        </pc:sldMkLst>
        <pc:spChg chg="del mod ord">
          <ac:chgData name="Edmund WEE (TP)" userId="1aeff9e9-75c8-437e-9382-defeb26b795c" providerId="ADAL" clId="{114014A8-C605-4144-AADB-3E73113CE3EA}" dt="2026-03-23T01:38:46.870" v="136" actId="700"/>
          <ac:spMkLst>
            <pc:docMk/>
            <pc:sldMk cId="3004585391" sldId="260"/>
            <ac:spMk id="2" creationId="{5EC9A7B0-1B06-86C7-B82F-9B54E3F9A18B}"/>
          </ac:spMkLst>
        </pc:spChg>
        <pc:spChg chg="del mod ord">
          <ac:chgData name="Edmund WEE (TP)" userId="1aeff9e9-75c8-437e-9382-defeb26b795c" providerId="ADAL" clId="{114014A8-C605-4144-AADB-3E73113CE3EA}" dt="2026-03-23T01:38:46.870" v="136" actId="700"/>
          <ac:spMkLst>
            <pc:docMk/>
            <pc:sldMk cId="3004585391" sldId="260"/>
            <ac:spMk id="3" creationId="{669F379E-6CEB-0D0A-D9E1-E0EC3E78F75D}"/>
          </ac:spMkLst>
        </pc:spChg>
        <pc:spChg chg="add mod ord">
          <ac:chgData name="Edmund WEE (TP)" userId="1aeff9e9-75c8-437e-9382-defeb26b795c" providerId="ADAL" clId="{114014A8-C605-4144-AADB-3E73113CE3EA}" dt="2026-03-23T01:38:49.553" v="138" actId="20577"/>
          <ac:spMkLst>
            <pc:docMk/>
            <pc:sldMk cId="3004585391" sldId="260"/>
            <ac:spMk id="4" creationId="{0A72DB00-D3CE-26C0-0134-1D17B476B33E}"/>
          </ac:spMkLst>
        </pc:spChg>
        <pc:spChg chg="add mod ord">
          <ac:chgData name="Edmund WEE (TP)" userId="1aeff9e9-75c8-437e-9382-defeb26b795c" providerId="ADAL" clId="{114014A8-C605-4144-AADB-3E73113CE3EA}" dt="2026-03-23T01:38:46.870" v="136" actId="700"/>
          <ac:spMkLst>
            <pc:docMk/>
            <pc:sldMk cId="3004585391" sldId="260"/>
            <ac:spMk id="5" creationId="{97DC56DC-D924-CE05-8FE9-BF7665C82C63}"/>
          </ac:spMkLst>
        </pc:spChg>
      </pc:sldChg>
      <pc:sldChg chg="addSp delSp new mod modClrScheme chgLayout">
        <pc:chgData name="Edmund WEE (TP)" userId="1aeff9e9-75c8-437e-9382-defeb26b795c" providerId="ADAL" clId="{114014A8-C605-4144-AADB-3E73113CE3EA}" dt="2026-03-23T01:42:43.160" v="144" actId="22"/>
        <pc:sldMkLst>
          <pc:docMk/>
          <pc:sldMk cId="3006874738" sldId="261"/>
        </pc:sldMkLst>
        <pc:spChg chg="del">
          <ac:chgData name="Edmund WEE (TP)" userId="1aeff9e9-75c8-437e-9382-defeb26b795c" providerId="ADAL" clId="{114014A8-C605-4144-AADB-3E73113CE3EA}" dt="2026-03-23T01:38:53.870" v="139" actId="700"/>
          <ac:spMkLst>
            <pc:docMk/>
            <pc:sldMk cId="3006874738" sldId="261"/>
            <ac:spMk id="2" creationId="{6B5A72C3-E51C-6447-68D4-CCDF8A21D0BF}"/>
          </ac:spMkLst>
        </pc:spChg>
        <pc:spChg chg="del">
          <ac:chgData name="Edmund WEE (TP)" userId="1aeff9e9-75c8-437e-9382-defeb26b795c" providerId="ADAL" clId="{114014A8-C605-4144-AADB-3E73113CE3EA}" dt="2026-03-23T01:38:53.870" v="139" actId="700"/>
          <ac:spMkLst>
            <pc:docMk/>
            <pc:sldMk cId="3006874738" sldId="261"/>
            <ac:spMk id="3" creationId="{8AD933BF-7A09-9522-D15E-CDC38230D3FB}"/>
          </ac:spMkLst>
        </pc:spChg>
        <pc:picChg chg="add">
          <ac:chgData name="Edmund WEE (TP)" userId="1aeff9e9-75c8-437e-9382-defeb26b795c" providerId="ADAL" clId="{114014A8-C605-4144-AADB-3E73113CE3EA}" dt="2026-03-23T01:42:43.160" v="144" actId="22"/>
          <ac:picMkLst>
            <pc:docMk/>
            <pc:sldMk cId="3006874738" sldId="261"/>
            <ac:picMk id="5" creationId="{A6B10A79-4346-4F65-B0B6-936B49F98305}"/>
          </ac:picMkLst>
        </pc:picChg>
      </pc:sldChg>
      <pc:sldChg chg="addSp delSp new mod modClrScheme chgLayout">
        <pc:chgData name="Edmund WEE (TP)" userId="1aeff9e9-75c8-437e-9382-defeb26b795c" providerId="ADAL" clId="{114014A8-C605-4144-AADB-3E73113CE3EA}" dt="2026-03-23T01:42:54.066" v="145" actId="22"/>
        <pc:sldMkLst>
          <pc:docMk/>
          <pc:sldMk cId="2782329980" sldId="262"/>
        </pc:sldMkLst>
        <pc:spChg chg="del">
          <ac:chgData name="Edmund WEE (TP)" userId="1aeff9e9-75c8-437e-9382-defeb26b795c" providerId="ADAL" clId="{114014A8-C605-4144-AADB-3E73113CE3EA}" dt="2026-03-23T01:38:57.235" v="140" actId="700"/>
          <ac:spMkLst>
            <pc:docMk/>
            <pc:sldMk cId="2782329980" sldId="262"/>
            <ac:spMk id="2" creationId="{CD146394-F1C6-0847-8436-BAF6EAD6B159}"/>
          </ac:spMkLst>
        </pc:spChg>
        <pc:spChg chg="del">
          <ac:chgData name="Edmund WEE (TP)" userId="1aeff9e9-75c8-437e-9382-defeb26b795c" providerId="ADAL" clId="{114014A8-C605-4144-AADB-3E73113CE3EA}" dt="2026-03-23T01:38:57.235" v="140" actId="700"/>
          <ac:spMkLst>
            <pc:docMk/>
            <pc:sldMk cId="2782329980" sldId="262"/>
            <ac:spMk id="3" creationId="{3C1C8555-7D9E-4F47-EB30-A6EA3898687D}"/>
          </ac:spMkLst>
        </pc:spChg>
        <pc:picChg chg="add">
          <ac:chgData name="Edmund WEE (TP)" userId="1aeff9e9-75c8-437e-9382-defeb26b795c" providerId="ADAL" clId="{114014A8-C605-4144-AADB-3E73113CE3EA}" dt="2026-03-23T01:42:54.066" v="145" actId="22"/>
          <ac:picMkLst>
            <pc:docMk/>
            <pc:sldMk cId="2782329980" sldId="262"/>
            <ac:picMk id="5" creationId="{67C7E0F3-E603-9359-6C86-E0F676A4F16C}"/>
          </ac:picMkLst>
        </pc:picChg>
      </pc:sldChg>
      <pc:sldChg chg="addSp delSp new mod modClrScheme chgLayout">
        <pc:chgData name="Edmund WEE (TP)" userId="1aeff9e9-75c8-437e-9382-defeb26b795c" providerId="ADAL" clId="{114014A8-C605-4144-AADB-3E73113CE3EA}" dt="2026-03-23T01:43:06.974" v="146" actId="22"/>
        <pc:sldMkLst>
          <pc:docMk/>
          <pc:sldMk cId="2481606455" sldId="263"/>
        </pc:sldMkLst>
        <pc:spChg chg="del">
          <ac:chgData name="Edmund WEE (TP)" userId="1aeff9e9-75c8-437e-9382-defeb26b795c" providerId="ADAL" clId="{114014A8-C605-4144-AADB-3E73113CE3EA}" dt="2026-03-23T01:38:58.907" v="141" actId="700"/>
          <ac:spMkLst>
            <pc:docMk/>
            <pc:sldMk cId="2481606455" sldId="263"/>
            <ac:spMk id="2" creationId="{E343D54C-C484-0F7C-758F-10A613C28EFA}"/>
          </ac:spMkLst>
        </pc:spChg>
        <pc:spChg chg="del">
          <ac:chgData name="Edmund WEE (TP)" userId="1aeff9e9-75c8-437e-9382-defeb26b795c" providerId="ADAL" clId="{114014A8-C605-4144-AADB-3E73113CE3EA}" dt="2026-03-23T01:38:58.907" v="141" actId="700"/>
          <ac:spMkLst>
            <pc:docMk/>
            <pc:sldMk cId="2481606455" sldId="263"/>
            <ac:spMk id="3" creationId="{FB7A5E17-1F21-B898-F54C-5572B1D4EE3B}"/>
          </ac:spMkLst>
        </pc:spChg>
        <pc:picChg chg="add">
          <ac:chgData name="Edmund WEE (TP)" userId="1aeff9e9-75c8-437e-9382-defeb26b795c" providerId="ADAL" clId="{114014A8-C605-4144-AADB-3E73113CE3EA}" dt="2026-03-23T01:43:06.974" v="146" actId="22"/>
          <ac:picMkLst>
            <pc:docMk/>
            <pc:sldMk cId="2481606455" sldId="263"/>
            <ac:picMk id="5" creationId="{6038F23D-866D-09A6-C944-B3E41EAE0D2D}"/>
          </ac:picMkLst>
        </pc:picChg>
      </pc:sldChg>
      <pc:sldChg chg="addSp delSp new mod modClrScheme chgLayout">
        <pc:chgData name="Edmund WEE (TP)" userId="1aeff9e9-75c8-437e-9382-defeb26b795c" providerId="ADAL" clId="{114014A8-C605-4144-AADB-3E73113CE3EA}" dt="2026-03-23T01:44:37.155" v="164" actId="22"/>
        <pc:sldMkLst>
          <pc:docMk/>
          <pc:sldMk cId="3376546578" sldId="264"/>
        </pc:sldMkLst>
        <pc:spChg chg="del">
          <ac:chgData name="Edmund WEE (TP)" userId="1aeff9e9-75c8-437e-9382-defeb26b795c" providerId="ADAL" clId="{114014A8-C605-4144-AADB-3E73113CE3EA}" dt="2026-03-23T01:39:00.386" v="142" actId="700"/>
          <ac:spMkLst>
            <pc:docMk/>
            <pc:sldMk cId="3376546578" sldId="264"/>
            <ac:spMk id="2" creationId="{CF5BDF5D-B353-D426-F222-957FB3EF1525}"/>
          </ac:spMkLst>
        </pc:spChg>
        <pc:spChg chg="del">
          <ac:chgData name="Edmund WEE (TP)" userId="1aeff9e9-75c8-437e-9382-defeb26b795c" providerId="ADAL" clId="{114014A8-C605-4144-AADB-3E73113CE3EA}" dt="2026-03-23T01:39:00.386" v="142" actId="700"/>
          <ac:spMkLst>
            <pc:docMk/>
            <pc:sldMk cId="3376546578" sldId="264"/>
            <ac:spMk id="3" creationId="{1267631E-919A-02DE-FF53-38AEB8466C35}"/>
          </ac:spMkLst>
        </pc:spChg>
        <pc:picChg chg="add">
          <ac:chgData name="Edmund WEE (TP)" userId="1aeff9e9-75c8-437e-9382-defeb26b795c" providerId="ADAL" clId="{114014A8-C605-4144-AADB-3E73113CE3EA}" dt="2026-03-23T01:44:37.155" v="164" actId="22"/>
          <ac:picMkLst>
            <pc:docMk/>
            <pc:sldMk cId="3376546578" sldId="264"/>
            <ac:picMk id="5" creationId="{8D9F1EAE-204C-9026-3976-2862F7C8FC35}"/>
          </ac:picMkLst>
        </pc:picChg>
      </pc:sldChg>
      <pc:sldChg chg="addSp delSp modSp new mod modClrScheme chgLayout">
        <pc:chgData name="Edmund WEE (TP)" userId="1aeff9e9-75c8-437e-9382-defeb26b795c" providerId="ADAL" clId="{114014A8-C605-4144-AADB-3E73113CE3EA}" dt="2026-03-23T01:44:04.466" v="156" actId="20577"/>
        <pc:sldMkLst>
          <pc:docMk/>
          <pc:sldMk cId="1786177970" sldId="265"/>
        </pc:sldMkLst>
        <pc:spChg chg="del">
          <ac:chgData name="Edmund WEE (TP)" userId="1aeff9e9-75c8-437e-9382-defeb26b795c" providerId="ADAL" clId="{114014A8-C605-4144-AADB-3E73113CE3EA}" dt="2026-03-23T01:39:02.399" v="143" actId="700"/>
          <ac:spMkLst>
            <pc:docMk/>
            <pc:sldMk cId="1786177970" sldId="265"/>
            <ac:spMk id="2" creationId="{3E5B279F-7326-AAFB-22DD-5C0079B7B814}"/>
          </ac:spMkLst>
        </pc:spChg>
        <pc:spChg chg="del">
          <ac:chgData name="Edmund WEE (TP)" userId="1aeff9e9-75c8-437e-9382-defeb26b795c" providerId="ADAL" clId="{114014A8-C605-4144-AADB-3E73113CE3EA}" dt="2026-03-23T01:39:02.399" v="143" actId="700"/>
          <ac:spMkLst>
            <pc:docMk/>
            <pc:sldMk cId="1786177970" sldId="265"/>
            <ac:spMk id="3" creationId="{72B148FC-B95F-071F-D76C-DEC48052BB82}"/>
          </ac:spMkLst>
        </pc:spChg>
        <pc:spChg chg="add mod">
          <ac:chgData name="Edmund WEE (TP)" userId="1aeff9e9-75c8-437e-9382-defeb26b795c" providerId="ADAL" clId="{114014A8-C605-4144-AADB-3E73113CE3EA}" dt="2026-03-23T01:44:04.466" v="156" actId="20577"/>
          <ac:spMkLst>
            <pc:docMk/>
            <pc:sldMk cId="1786177970" sldId="265"/>
            <ac:spMk id="4" creationId="{0374751D-A4DA-19C2-898F-80CBCFAB56BA}"/>
          </ac:spMkLst>
        </pc:spChg>
        <pc:spChg chg="add mod">
          <ac:chgData name="Edmund WEE (TP)" userId="1aeff9e9-75c8-437e-9382-defeb26b795c" providerId="ADAL" clId="{114014A8-C605-4144-AADB-3E73113CE3EA}" dt="2026-03-23T01:43:47.961" v="154" actId="700"/>
          <ac:spMkLst>
            <pc:docMk/>
            <pc:sldMk cId="1786177970" sldId="265"/>
            <ac:spMk id="5" creationId="{EB30D13D-3A2A-14AB-3783-252690C268BC}"/>
          </ac:spMkLst>
        </pc:spChg>
      </pc:sldChg>
      <pc:sldChg chg="addSp modSp new mod modClrScheme chgLayout">
        <pc:chgData name="Edmund WEE (TP)" userId="1aeff9e9-75c8-437e-9382-defeb26b795c" providerId="ADAL" clId="{114014A8-C605-4144-AADB-3E73113CE3EA}" dt="2026-03-23T01:43:38.494" v="152" actId="20577"/>
        <pc:sldMkLst>
          <pc:docMk/>
          <pc:sldMk cId="4228798053" sldId="266"/>
        </pc:sldMkLst>
        <pc:spChg chg="add mod">
          <ac:chgData name="Edmund WEE (TP)" userId="1aeff9e9-75c8-437e-9382-defeb26b795c" providerId="ADAL" clId="{114014A8-C605-4144-AADB-3E73113CE3EA}" dt="2026-03-23T01:43:38.494" v="152" actId="20577"/>
          <ac:spMkLst>
            <pc:docMk/>
            <pc:sldMk cId="4228798053" sldId="266"/>
            <ac:spMk id="2" creationId="{BD1C3170-03C5-1F8C-6ECF-29362751AEF8}"/>
          </ac:spMkLst>
        </pc:spChg>
        <pc:spChg chg="add mod">
          <ac:chgData name="Edmund WEE (TP)" userId="1aeff9e9-75c8-437e-9382-defeb26b795c" providerId="ADAL" clId="{114014A8-C605-4144-AADB-3E73113CE3EA}" dt="2026-03-23T01:43:22.788" v="148" actId="700"/>
          <ac:spMkLst>
            <pc:docMk/>
            <pc:sldMk cId="4228798053" sldId="266"/>
            <ac:spMk id="3" creationId="{30ECF82B-0450-B778-C5CC-B992E1FCB348}"/>
          </ac:spMkLst>
        </pc:spChg>
      </pc:sldChg>
      <pc:sldChg chg="addSp new mod">
        <pc:chgData name="Edmund WEE (TP)" userId="1aeff9e9-75c8-437e-9382-defeb26b795c" providerId="ADAL" clId="{114014A8-C605-4144-AADB-3E73113CE3EA}" dt="2026-03-23T01:45:01.989" v="165" actId="22"/>
        <pc:sldMkLst>
          <pc:docMk/>
          <pc:sldMk cId="4154656406" sldId="267"/>
        </pc:sldMkLst>
        <pc:picChg chg="add">
          <ac:chgData name="Edmund WEE (TP)" userId="1aeff9e9-75c8-437e-9382-defeb26b795c" providerId="ADAL" clId="{114014A8-C605-4144-AADB-3E73113CE3EA}" dt="2026-03-23T01:45:01.989" v="165" actId="22"/>
          <ac:picMkLst>
            <pc:docMk/>
            <pc:sldMk cId="4154656406" sldId="267"/>
            <ac:picMk id="3" creationId="{405980B2-2A92-C121-7884-27AAB039DEB3}"/>
          </ac:picMkLst>
        </pc:picChg>
      </pc:sldChg>
      <pc:sldChg chg="addSp new mod">
        <pc:chgData name="Edmund WEE (TP)" userId="1aeff9e9-75c8-437e-9382-defeb26b795c" providerId="ADAL" clId="{114014A8-C605-4144-AADB-3E73113CE3EA}" dt="2026-03-23T01:45:17.757" v="166" actId="22"/>
        <pc:sldMkLst>
          <pc:docMk/>
          <pc:sldMk cId="3926641364" sldId="268"/>
        </pc:sldMkLst>
        <pc:picChg chg="add">
          <ac:chgData name="Edmund WEE (TP)" userId="1aeff9e9-75c8-437e-9382-defeb26b795c" providerId="ADAL" clId="{114014A8-C605-4144-AADB-3E73113CE3EA}" dt="2026-03-23T01:45:17.757" v="166" actId="22"/>
          <ac:picMkLst>
            <pc:docMk/>
            <pc:sldMk cId="3926641364" sldId="268"/>
            <ac:picMk id="3" creationId="{5B868839-5DB1-71CA-1616-2C0C85E06924}"/>
          </ac:picMkLst>
        </pc:picChg>
      </pc:sldChg>
      <pc:sldChg chg="addSp new mod">
        <pc:chgData name="Edmund WEE (TP)" userId="1aeff9e9-75c8-437e-9382-defeb26b795c" providerId="ADAL" clId="{114014A8-C605-4144-AADB-3E73113CE3EA}" dt="2026-03-23T01:45:32.900" v="167" actId="22"/>
        <pc:sldMkLst>
          <pc:docMk/>
          <pc:sldMk cId="2690036038" sldId="269"/>
        </pc:sldMkLst>
        <pc:picChg chg="add">
          <ac:chgData name="Edmund WEE (TP)" userId="1aeff9e9-75c8-437e-9382-defeb26b795c" providerId="ADAL" clId="{114014A8-C605-4144-AADB-3E73113CE3EA}" dt="2026-03-23T01:45:32.900" v="167" actId="22"/>
          <ac:picMkLst>
            <pc:docMk/>
            <pc:sldMk cId="2690036038" sldId="269"/>
            <ac:picMk id="3" creationId="{4A39D013-7782-A887-F8CE-DBA3D716103F}"/>
          </ac:picMkLst>
        </pc:picChg>
      </pc:sldChg>
      <pc:sldChg chg="addSp modSp new mod modClrScheme chgLayout">
        <pc:chgData name="Edmund WEE (TP)" userId="1aeff9e9-75c8-437e-9382-defeb26b795c" providerId="ADAL" clId="{114014A8-C605-4144-AADB-3E73113CE3EA}" dt="2026-03-23T01:44:19.794" v="163" actId="20577"/>
        <pc:sldMkLst>
          <pc:docMk/>
          <pc:sldMk cId="3778766578" sldId="270"/>
        </pc:sldMkLst>
        <pc:spChg chg="add mod">
          <ac:chgData name="Edmund WEE (TP)" userId="1aeff9e9-75c8-437e-9382-defeb26b795c" providerId="ADAL" clId="{114014A8-C605-4144-AADB-3E73113CE3EA}" dt="2026-03-23T01:44:19.794" v="163" actId="20577"/>
          <ac:spMkLst>
            <pc:docMk/>
            <pc:sldMk cId="3778766578" sldId="270"/>
            <ac:spMk id="2" creationId="{9AD220F0-3FFD-D766-75E0-62663C3F346B}"/>
          </ac:spMkLst>
        </pc:spChg>
        <pc:spChg chg="add mod">
          <ac:chgData name="Edmund WEE (TP)" userId="1aeff9e9-75c8-437e-9382-defeb26b795c" providerId="ADAL" clId="{114014A8-C605-4144-AADB-3E73113CE3EA}" dt="2026-03-23T01:44:17.395" v="161" actId="700"/>
          <ac:spMkLst>
            <pc:docMk/>
            <pc:sldMk cId="3778766578" sldId="270"/>
            <ac:spMk id="3" creationId="{7EEE0E45-4736-D914-D871-B0F8FB558E7C}"/>
          </ac:spMkLst>
        </pc:spChg>
      </pc:sldChg>
      <pc:sldChg chg="addSp new mod">
        <pc:chgData name="Edmund WEE (TP)" userId="1aeff9e9-75c8-437e-9382-defeb26b795c" providerId="ADAL" clId="{114014A8-C605-4144-AADB-3E73113CE3EA}" dt="2026-03-23T01:45:54.963" v="168" actId="22"/>
        <pc:sldMkLst>
          <pc:docMk/>
          <pc:sldMk cId="1109988330" sldId="271"/>
        </pc:sldMkLst>
        <pc:picChg chg="add">
          <ac:chgData name="Edmund WEE (TP)" userId="1aeff9e9-75c8-437e-9382-defeb26b795c" providerId="ADAL" clId="{114014A8-C605-4144-AADB-3E73113CE3EA}" dt="2026-03-23T01:45:54.963" v="168" actId="22"/>
          <ac:picMkLst>
            <pc:docMk/>
            <pc:sldMk cId="1109988330" sldId="271"/>
            <ac:picMk id="3" creationId="{26B9F6C5-9AD5-8DFA-E188-89B0A0C6ECB0}"/>
          </ac:picMkLst>
        </pc:picChg>
      </pc:sldChg>
      <pc:sldChg chg="addSp new mod">
        <pc:chgData name="Edmund WEE (TP)" userId="1aeff9e9-75c8-437e-9382-defeb26b795c" providerId="ADAL" clId="{114014A8-C605-4144-AADB-3E73113CE3EA}" dt="2026-03-23T01:46:08.944" v="173" actId="22"/>
        <pc:sldMkLst>
          <pc:docMk/>
          <pc:sldMk cId="3497511406" sldId="272"/>
        </pc:sldMkLst>
        <pc:picChg chg="add">
          <ac:chgData name="Edmund WEE (TP)" userId="1aeff9e9-75c8-437e-9382-defeb26b795c" providerId="ADAL" clId="{114014A8-C605-4144-AADB-3E73113CE3EA}" dt="2026-03-23T01:46:08.944" v="173" actId="22"/>
          <ac:picMkLst>
            <pc:docMk/>
            <pc:sldMk cId="3497511406" sldId="272"/>
            <ac:picMk id="3" creationId="{088F357C-8A8A-3036-BBB6-64ABEF911B76}"/>
          </ac:picMkLst>
        </pc:picChg>
      </pc:sldChg>
      <pc:sldChg chg="addSp new add del mod">
        <pc:chgData name="Edmund WEE (TP)" userId="1aeff9e9-75c8-437e-9382-defeb26b795c" providerId="ADAL" clId="{114014A8-C605-4144-AADB-3E73113CE3EA}" dt="2026-03-23T01:46:36.080" v="176" actId="47"/>
        <pc:sldMkLst>
          <pc:docMk/>
          <pc:sldMk cId="1048946971" sldId="273"/>
        </pc:sldMkLst>
        <pc:picChg chg="add">
          <ac:chgData name="Edmund WEE (TP)" userId="1aeff9e9-75c8-437e-9382-defeb26b795c" providerId="ADAL" clId="{114014A8-C605-4144-AADB-3E73113CE3EA}" dt="2026-03-23T01:46:18.945" v="174" actId="22"/>
          <ac:picMkLst>
            <pc:docMk/>
            <pc:sldMk cId="1048946971" sldId="273"/>
            <ac:picMk id="3" creationId="{B59C5F0C-6461-86ED-96C3-38722A755356}"/>
          </ac:picMkLst>
        </pc:picChg>
      </pc:sldChg>
      <pc:sldChg chg="new del">
        <pc:chgData name="Edmund WEE (TP)" userId="1aeff9e9-75c8-437e-9382-defeb26b795c" providerId="ADAL" clId="{114014A8-C605-4144-AADB-3E73113CE3EA}" dt="2026-03-23T01:46:42.607" v="177" actId="47"/>
        <pc:sldMkLst>
          <pc:docMk/>
          <pc:sldMk cId="4027997921" sldId="274"/>
        </pc:sldMkLst>
      </pc:sldChg>
      <pc:sldChg chg="new del">
        <pc:chgData name="Edmund WEE (TP)" userId="1aeff9e9-75c8-437e-9382-defeb26b795c" providerId="ADAL" clId="{114014A8-C605-4144-AADB-3E73113CE3EA}" dt="2026-03-23T01:46:43.452" v="178" actId="47"/>
        <pc:sldMkLst>
          <pc:docMk/>
          <pc:sldMk cId="2792042206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5DA28-A67B-4FB8-B597-F989A3D14BED}" type="datetimeFigureOut">
              <a:rPr lang="en-SG" smtClean="0"/>
              <a:t>23/03/2026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ED940-0628-4EA9-8ACE-60DD38D61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813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FE1B39-EF3E-4D49-9779-1439543499AA}" type="slidenum">
              <a:rPr lang="en-US" sz="1200">
                <a:solidFill>
                  <a:schemeClr val="tx1"/>
                </a:solidFill>
              </a:rPr>
              <a:pPr eaLnBrk="1" hangingPunct="1"/>
              <a:t>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34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08A1C0-7C58-4804-AFA6-F00F738E1C53}" type="slidenum">
              <a:rPr lang="en-US" sz="1200">
                <a:solidFill>
                  <a:schemeClr val="tx1"/>
                </a:solidFill>
              </a:rPr>
              <a:pPr eaLnBrk="1" hangingPunct="1"/>
              <a:t>2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307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5334000" y="-4572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334000" y="-3048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4953000"/>
            <a:ext cx="10668000" cy="990600"/>
          </a:xfrm>
        </p:spPr>
        <p:txBody>
          <a:bodyPr>
            <a:normAutofit/>
          </a:bodyPr>
          <a:lstStyle>
            <a:lvl1pPr algn="r">
              <a:defRPr sz="3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5791200"/>
            <a:ext cx="10668000" cy="4572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04801"/>
            <a:ext cx="6741003" cy="58433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rot="16200000">
            <a:off x="8851901" y="1460501"/>
            <a:ext cx="76201" cy="6603997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1503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6057900" y="342898"/>
            <a:ext cx="76200" cy="12192003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76200"/>
            <a:ext cx="9753600" cy="1143000"/>
          </a:xfrm>
        </p:spPr>
        <p:txBody>
          <a:bodyPr>
            <a:normAutofit/>
          </a:bodyPr>
          <a:lstStyle>
            <a:lvl1pPr algn="l">
              <a:defRPr sz="3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1" y="1219200"/>
            <a:ext cx="9690705" cy="5029200"/>
          </a:xfrm>
          <a:noFill/>
        </p:spPr>
        <p:txBody>
          <a:bodyPr/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5935349" y="541651"/>
            <a:ext cx="321304" cy="12192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Box 6"/>
          <p:cNvSpPr txBox="1"/>
          <p:nvPr userDrawn="1"/>
        </p:nvSpPr>
        <p:spPr>
          <a:xfrm>
            <a:off x="5689600" y="6477000"/>
            <a:ext cx="629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spc="80" baseline="0" dirty="0">
                <a:solidFill>
                  <a:schemeClr val="bg1"/>
                </a:solidFill>
              </a:rPr>
              <a:t>TEMASEK POLYTECHNIC  •  </a:t>
            </a:r>
            <a:r>
              <a:rPr lang="en-US" sz="1100" b="1" spc="80" baseline="0" dirty="0">
                <a:solidFill>
                  <a:schemeClr val="bg1"/>
                </a:solidFill>
              </a:rPr>
              <a:t>SCHOOL OF INFORMATICS &amp; IT</a:t>
            </a:r>
            <a:endParaRPr lang="en-US" sz="1100" spc="8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698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9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4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3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8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5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8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1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7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8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5200" y="228600"/>
            <a:ext cx="965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200" y="1371600"/>
            <a:ext cx="9652000" cy="4800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39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524001"/>
            <a:ext cx="7848600" cy="19272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en-US" sz="2500" dirty="0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524000" y="6064250"/>
            <a:ext cx="9144000" cy="800100"/>
          </a:xfrm>
          <a:prstGeom prst="rect">
            <a:avLst/>
          </a:prstGeom>
          <a:solidFill>
            <a:srgbClr val="3333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>
                <a:solidFill>
                  <a:schemeClr val="tx1"/>
                </a:solidFill>
              </a:rPr>
              <a:t>			</a:t>
            </a:r>
          </a:p>
          <a:p>
            <a:pPr algn="r"/>
            <a:endParaRPr lang="en-US" sz="1800" i="1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algn="r"/>
            <a:r>
              <a:rPr lang="en-US" sz="1800" i="1">
                <a:solidFill>
                  <a:schemeClr val="tx1"/>
                </a:solidFill>
                <a:latin typeface="Arial Unicode MS" panose="020B0604020202020204" pitchFamily="34" charset="-128"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57400" y="4953000"/>
            <a:ext cx="8001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4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Scanning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/>
              <a:t>Objectives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943100" y="1676400"/>
            <a:ext cx="8305800" cy="4114800"/>
          </a:xfrm>
        </p:spPr>
        <p:txBody>
          <a:bodyPr>
            <a:normAutofit/>
          </a:bodyPr>
          <a:lstStyle/>
          <a:p>
            <a:r>
              <a:rPr lang="en-US" dirty="0"/>
              <a:t>Scanning Networks Concepts</a:t>
            </a:r>
          </a:p>
          <a:p>
            <a:pPr eaLnBrk="1" hangingPunct="1"/>
            <a:r>
              <a:rPr lang="en-US" dirty="0"/>
              <a:t>Host Discovery</a:t>
            </a:r>
          </a:p>
          <a:p>
            <a:pPr eaLnBrk="1" hangingPunct="1"/>
            <a:r>
              <a:rPr lang="en-US" dirty="0"/>
              <a:t>Port &amp; Service Discovery</a:t>
            </a:r>
          </a:p>
          <a:p>
            <a:pPr eaLnBrk="1" hangingPunct="1"/>
            <a:r>
              <a:rPr lang="en-US" dirty="0"/>
              <a:t>OS Discovery</a:t>
            </a:r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Ethical Hacking and Network Defense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FF8A09-5E13-47FD-94CB-8659100E7968}" type="slidenum">
              <a:rPr lang="en-US" sz="1400"/>
              <a:pPr eaLnBrk="1" hangingPunct="1"/>
              <a:t>2</a:t>
            </a:fld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72DB00-D3CE-26C0-0134-1D17B476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Networks Concepts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C56DC-D924-CE05-8FE9-BF7665C82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585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B10A79-4346-4F65-B0B6-936B49F98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81" y="294837"/>
            <a:ext cx="11374437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74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C7E0F3-E603-9359-6C86-E0F676A4F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5" y="237679"/>
            <a:ext cx="11422069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29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38F23D-866D-09A6-C944-B3E41EAE0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97" y="275785"/>
            <a:ext cx="11326806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606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3170-03C5-1F8C-6ECF-29362751A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 Discovery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CF82B-0450-B778-C5CC-B992E1FCB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8798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9F1EAE-204C-9026-3976-2862F7C8F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92" y="313890"/>
            <a:ext cx="11403016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546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74751D-A4DA-19C2-898F-80CBCFAB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&amp; Service Discovery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0D13D-3A2A-14AB-3783-252690C26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6177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980B2-2A92-C121-7884-27AAB039D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28" y="256732"/>
            <a:ext cx="11593543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5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868839-5DB1-71CA-1616-2C0C85E06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275785"/>
            <a:ext cx="11183911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41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39D013-7782-A887-F8CE-DBA3D7161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351995"/>
            <a:ext cx="11345858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36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220F0-3FFD-D766-75E0-62663C3F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Discovery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E0E45-4736-D914-D871-B0F8FB558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8766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B9F6C5-9AD5-8DFA-E188-89B0A0C6E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08" y="242443"/>
            <a:ext cx="11174384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88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8F357C-8A8A-3036-BBB6-64ABEF911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290074"/>
            <a:ext cx="11279174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11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9C5F0C-6461-86ED-96C3-38722A755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2" y="328180"/>
            <a:ext cx="11250595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946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8091</TotalTime>
  <Words>37</Words>
  <Application>Microsoft Office PowerPoint</Application>
  <PresentationFormat>Widescreen</PresentationFormat>
  <Paragraphs>17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Unicode MS</vt:lpstr>
      <vt:lpstr>Calibri</vt:lpstr>
      <vt:lpstr>Office Theme</vt:lpstr>
      <vt:lpstr>PowerPoint Presentation</vt:lpstr>
      <vt:lpstr>Objectives</vt:lpstr>
      <vt:lpstr>Scanning Networks Concepts</vt:lpstr>
      <vt:lpstr>PowerPoint Presentation</vt:lpstr>
      <vt:lpstr>PowerPoint Presentation</vt:lpstr>
      <vt:lpstr>PowerPoint Presentation</vt:lpstr>
      <vt:lpstr>Host Discovery</vt:lpstr>
      <vt:lpstr>PowerPoint Presentation</vt:lpstr>
      <vt:lpstr>Port &amp; Service Discovery</vt:lpstr>
      <vt:lpstr>PowerPoint Presentation</vt:lpstr>
      <vt:lpstr>PowerPoint Presentation</vt:lpstr>
      <vt:lpstr>PowerPoint Presentation</vt:lpstr>
      <vt:lpstr>OS Discovery</vt:lpstr>
      <vt:lpstr>PowerPoint Presentation</vt:lpstr>
      <vt:lpstr>PowerPoint Presentation</vt:lpstr>
      <vt:lpstr>PowerPoint Presentation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yulin</dc:creator>
  <cp:lastModifiedBy>Edmund WEE (TP)</cp:lastModifiedBy>
  <cp:revision>812</cp:revision>
  <dcterms:created xsi:type="dcterms:W3CDTF">2012-02-09T05:42:03Z</dcterms:created>
  <dcterms:modified xsi:type="dcterms:W3CDTF">2026-03-23T01:46:44Z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shamzah@TP.EDU.SG</vt:lpwstr>
  </property>
  <property fmtid="{D5CDD505-2E9C-101B-9397-08002B2CF9AE}" pid="5" name="MSIP_Label_4bcb20ed-001a-45f4-b2e7-234c5fc91178_SetDate">
    <vt:lpwstr>2019-12-12T16:11:24.3844753Z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e9e0e61a-f8c5-420c-b625-1f10b52177be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shamzah@TP.EDU.SG</vt:lpwstr>
  </property>
  <property fmtid="{D5CDD505-2E9C-101B-9397-08002B2CF9AE}" pid="13" name="MSIP_Label_f69d7fc4-da81-42e5-b309-526f71322d86_SetDate">
    <vt:lpwstr>2019-12-12T16:11:24.3844753Z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e9e0e61a-f8c5-420c-b625-1f10b52177be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</Properties>
</file>