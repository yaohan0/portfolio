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 autoAdjust="0"/>
    <p:restoredTop sz="75088" autoAdjust="0"/>
  </p:normalViewPr>
  <p:slideViewPr>
    <p:cSldViewPr>
      <p:cViewPr varScale="1">
        <p:scale>
          <a:sx n="71" d="100"/>
          <a:sy n="71" d="100"/>
        </p:scale>
        <p:origin x="341" y="67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custSel addSld modSld">
      <pc:chgData name="Edmund WEE (TP)" userId="1aeff9e9-75c8-437e-9382-defeb26b795c" providerId="ADAL" clId="{114014A8-C605-4144-AADB-3E73113CE3EA}" dt="2026-03-23T02:56:26.987" v="142" actId="22"/>
      <pc:docMkLst>
        <pc:docMk/>
      </pc:docMkLst>
      <pc:sldChg chg="modSp">
        <pc:chgData name="Edmund WEE (TP)" userId="1aeff9e9-75c8-437e-9382-defeb26b795c" providerId="ADAL" clId="{114014A8-C605-4144-AADB-3E73113CE3EA}" dt="2026-03-23T02:48:11.211" v="0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2:48:11.211" v="0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Edmund WEE (TP)" userId="1aeff9e9-75c8-437e-9382-defeb26b795c" providerId="ADAL" clId="{114014A8-C605-4144-AADB-3E73113CE3EA}" dt="2026-03-23T02:49:08.413" v="107" actId="20577"/>
        <pc:sldMkLst>
          <pc:docMk/>
          <pc:sldMk cId="0" sldId="259"/>
        </pc:sldMkLst>
        <pc:spChg chg="mod">
          <ac:chgData name="Edmund WEE (TP)" userId="1aeff9e9-75c8-437e-9382-defeb26b795c" providerId="ADAL" clId="{114014A8-C605-4144-AADB-3E73113CE3EA}" dt="2026-03-23T02:49:08.413" v="107" actId="20577"/>
          <ac:spMkLst>
            <pc:docMk/>
            <pc:sldMk cId="0" sldId="259"/>
            <ac:spMk id="7171" creationId="{00000000-0000-0000-0000-000000000000}"/>
          </ac:spMkLst>
        </pc:spChg>
      </pc:sldChg>
      <pc:sldChg chg="addSp delSp modSp new mod modClrScheme chgLayout">
        <pc:chgData name="Edmund WEE (TP)" userId="1aeff9e9-75c8-437e-9382-defeb26b795c" providerId="ADAL" clId="{114014A8-C605-4144-AADB-3E73113CE3EA}" dt="2026-03-23T02:49:35.828" v="119" actId="20577"/>
        <pc:sldMkLst>
          <pc:docMk/>
          <pc:sldMk cId="2541707414" sldId="260"/>
        </pc:sldMkLst>
        <pc:spChg chg="del">
          <ac:chgData name="Edmund WEE (TP)" userId="1aeff9e9-75c8-437e-9382-defeb26b795c" providerId="ADAL" clId="{114014A8-C605-4144-AADB-3E73113CE3EA}" dt="2026-03-23T02:49:20.796" v="109" actId="700"/>
          <ac:spMkLst>
            <pc:docMk/>
            <pc:sldMk cId="2541707414" sldId="260"/>
            <ac:spMk id="2" creationId="{CC303127-E70C-CA29-0C17-737CFD206C2A}"/>
          </ac:spMkLst>
        </pc:spChg>
        <pc:spChg chg="del">
          <ac:chgData name="Edmund WEE (TP)" userId="1aeff9e9-75c8-437e-9382-defeb26b795c" providerId="ADAL" clId="{114014A8-C605-4144-AADB-3E73113CE3EA}" dt="2026-03-23T02:49:20.796" v="109" actId="700"/>
          <ac:spMkLst>
            <pc:docMk/>
            <pc:sldMk cId="2541707414" sldId="260"/>
            <ac:spMk id="3" creationId="{EF08134D-BDA3-11AE-86BB-FA55DE99B8AB}"/>
          </ac:spMkLst>
        </pc:spChg>
        <pc:spChg chg="add mod">
          <ac:chgData name="Edmund WEE (TP)" userId="1aeff9e9-75c8-437e-9382-defeb26b795c" providerId="ADAL" clId="{114014A8-C605-4144-AADB-3E73113CE3EA}" dt="2026-03-23T02:49:35.828" v="119" actId="20577"/>
          <ac:spMkLst>
            <pc:docMk/>
            <pc:sldMk cId="2541707414" sldId="260"/>
            <ac:spMk id="4" creationId="{3E050B0B-03E1-937C-A9F9-37DA634DAD3D}"/>
          </ac:spMkLst>
        </pc:spChg>
        <pc:spChg chg="add mod">
          <ac:chgData name="Edmund WEE (TP)" userId="1aeff9e9-75c8-437e-9382-defeb26b795c" providerId="ADAL" clId="{114014A8-C605-4144-AADB-3E73113CE3EA}" dt="2026-03-23T02:49:29.176" v="117" actId="700"/>
          <ac:spMkLst>
            <pc:docMk/>
            <pc:sldMk cId="2541707414" sldId="260"/>
            <ac:spMk id="5" creationId="{FE166C24-24AB-2ACB-6392-F67256307BAB}"/>
          </ac:spMkLst>
        </pc:spChg>
      </pc:sldChg>
      <pc:sldChg chg="addSp new mod">
        <pc:chgData name="Edmund WEE (TP)" userId="1aeff9e9-75c8-437e-9382-defeb26b795c" providerId="ADAL" clId="{114014A8-C605-4144-AADB-3E73113CE3EA}" dt="2026-03-23T02:49:54.980" v="120" actId="22"/>
        <pc:sldMkLst>
          <pc:docMk/>
          <pc:sldMk cId="3712144594" sldId="261"/>
        </pc:sldMkLst>
        <pc:picChg chg="add">
          <ac:chgData name="Edmund WEE (TP)" userId="1aeff9e9-75c8-437e-9382-defeb26b795c" providerId="ADAL" clId="{114014A8-C605-4144-AADB-3E73113CE3EA}" dt="2026-03-23T02:49:54.980" v="120" actId="22"/>
          <ac:picMkLst>
            <pc:docMk/>
            <pc:sldMk cId="3712144594" sldId="261"/>
            <ac:picMk id="3" creationId="{CCB3D616-1654-18F6-305D-B706BAA7315F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2:50:19.292" v="123" actId="20577"/>
        <pc:sldMkLst>
          <pc:docMk/>
          <pc:sldMk cId="3494444458" sldId="262"/>
        </pc:sldMkLst>
        <pc:spChg chg="add mod">
          <ac:chgData name="Edmund WEE (TP)" userId="1aeff9e9-75c8-437e-9382-defeb26b795c" providerId="ADAL" clId="{114014A8-C605-4144-AADB-3E73113CE3EA}" dt="2026-03-23T02:50:19.292" v="123" actId="20577"/>
          <ac:spMkLst>
            <pc:docMk/>
            <pc:sldMk cId="3494444458" sldId="262"/>
            <ac:spMk id="2" creationId="{BB3684E3-558C-E8B3-B384-58C4D7BAF4A6}"/>
          </ac:spMkLst>
        </pc:spChg>
        <pc:spChg chg="add mod">
          <ac:chgData name="Edmund WEE (TP)" userId="1aeff9e9-75c8-437e-9382-defeb26b795c" providerId="ADAL" clId="{114014A8-C605-4144-AADB-3E73113CE3EA}" dt="2026-03-23T02:50:12.085" v="121" actId="700"/>
          <ac:spMkLst>
            <pc:docMk/>
            <pc:sldMk cId="3494444458" sldId="262"/>
            <ac:spMk id="3" creationId="{3631A8AE-2F70-AD1D-E59C-940F33CDE872}"/>
          </ac:spMkLst>
        </pc:spChg>
      </pc:sldChg>
      <pc:sldChg chg="addSp new mod">
        <pc:chgData name="Edmund WEE (TP)" userId="1aeff9e9-75c8-437e-9382-defeb26b795c" providerId="ADAL" clId="{114014A8-C605-4144-AADB-3E73113CE3EA}" dt="2026-03-23T02:51:16.709" v="124" actId="22"/>
        <pc:sldMkLst>
          <pc:docMk/>
          <pc:sldMk cId="231841930" sldId="263"/>
        </pc:sldMkLst>
        <pc:picChg chg="add">
          <ac:chgData name="Edmund WEE (TP)" userId="1aeff9e9-75c8-437e-9382-defeb26b795c" providerId="ADAL" clId="{114014A8-C605-4144-AADB-3E73113CE3EA}" dt="2026-03-23T02:51:16.709" v="124" actId="22"/>
          <ac:picMkLst>
            <pc:docMk/>
            <pc:sldMk cId="231841930" sldId="263"/>
            <ac:picMk id="3" creationId="{D93D9F5B-68DD-24CD-DFB5-A12B29DC4976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1:37.218" v="125" actId="22"/>
        <pc:sldMkLst>
          <pc:docMk/>
          <pc:sldMk cId="3688041901" sldId="264"/>
        </pc:sldMkLst>
        <pc:picChg chg="add">
          <ac:chgData name="Edmund WEE (TP)" userId="1aeff9e9-75c8-437e-9382-defeb26b795c" providerId="ADAL" clId="{114014A8-C605-4144-AADB-3E73113CE3EA}" dt="2026-03-23T02:51:37.218" v="125" actId="22"/>
          <ac:picMkLst>
            <pc:docMk/>
            <pc:sldMk cId="3688041901" sldId="264"/>
            <ac:picMk id="3" creationId="{C782BF34-F39C-A3FC-128D-865D08011CE1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1:47.517" v="126" actId="22"/>
        <pc:sldMkLst>
          <pc:docMk/>
          <pc:sldMk cId="1919764640" sldId="265"/>
        </pc:sldMkLst>
        <pc:picChg chg="add">
          <ac:chgData name="Edmund WEE (TP)" userId="1aeff9e9-75c8-437e-9382-defeb26b795c" providerId="ADAL" clId="{114014A8-C605-4144-AADB-3E73113CE3EA}" dt="2026-03-23T02:51:47.517" v="126" actId="22"/>
          <ac:picMkLst>
            <pc:docMk/>
            <pc:sldMk cId="1919764640" sldId="265"/>
            <ac:picMk id="3" creationId="{9A66F0AB-1F4D-794D-91D4-805A73960BEA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2:20.777" v="127" actId="22"/>
        <pc:sldMkLst>
          <pc:docMk/>
          <pc:sldMk cId="2616754935" sldId="266"/>
        </pc:sldMkLst>
        <pc:picChg chg="add">
          <ac:chgData name="Edmund WEE (TP)" userId="1aeff9e9-75c8-437e-9382-defeb26b795c" providerId="ADAL" clId="{114014A8-C605-4144-AADB-3E73113CE3EA}" dt="2026-03-23T02:52:20.777" v="127" actId="22"/>
          <ac:picMkLst>
            <pc:docMk/>
            <pc:sldMk cId="2616754935" sldId="266"/>
            <ac:picMk id="3" creationId="{2AA2DE9E-60BB-1BD2-CD40-587D6C26AA9E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2:54:10.908" v="135" actId="20577"/>
        <pc:sldMkLst>
          <pc:docMk/>
          <pc:sldMk cId="4168521881" sldId="267"/>
        </pc:sldMkLst>
        <pc:spChg chg="add mod">
          <ac:chgData name="Edmund WEE (TP)" userId="1aeff9e9-75c8-437e-9382-defeb26b795c" providerId="ADAL" clId="{114014A8-C605-4144-AADB-3E73113CE3EA}" dt="2026-03-23T02:54:10.908" v="135" actId="20577"/>
          <ac:spMkLst>
            <pc:docMk/>
            <pc:sldMk cId="4168521881" sldId="267"/>
            <ac:spMk id="2" creationId="{477D9D27-666E-F093-9860-266D93E848A7}"/>
          </ac:spMkLst>
        </pc:spChg>
        <pc:spChg chg="add mod">
          <ac:chgData name="Edmund WEE (TP)" userId="1aeff9e9-75c8-437e-9382-defeb26b795c" providerId="ADAL" clId="{114014A8-C605-4144-AADB-3E73113CE3EA}" dt="2026-03-23T02:54:09.050" v="133" actId="700"/>
          <ac:spMkLst>
            <pc:docMk/>
            <pc:sldMk cId="4168521881" sldId="267"/>
            <ac:spMk id="3" creationId="{B0291E99-DFD6-C09E-4AC8-9F52088AA823}"/>
          </ac:spMkLst>
        </pc:spChg>
      </pc:sldChg>
      <pc:sldChg chg="addSp new mod">
        <pc:chgData name="Edmund WEE (TP)" userId="1aeff9e9-75c8-437e-9382-defeb26b795c" providerId="ADAL" clId="{114014A8-C605-4144-AADB-3E73113CE3EA}" dt="2026-03-23T02:54:29.648" v="136" actId="22"/>
        <pc:sldMkLst>
          <pc:docMk/>
          <pc:sldMk cId="1594185919" sldId="268"/>
        </pc:sldMkLst>
        <pc:picChg chg="add">
          <ac:chgData name="Edmund WEE (TP)" userId="1aeff9e9-75c8-437e-9382-defeb26b795c" providerId="ADAL" clId="{114014A8-C605-4144-AADB-3E73113CE3EA}" dt="2026-03-23T02:54:29.648" v="136" actId="22"/>
          <ac:picMkLst>
            <pc:docMk/>
            <pc:sldMk cId="1594185919" sldId="268"/>
            <ac:picMk id="3" creationId="{CC35DA5A-C875-C34E-7200-E76D60333F0F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4:47.182" v="137" actId="22"/>
        <pc:sldMkLst>
          <pc:docMk/>
          <pc:sldMk cId="2125096118" sldId="269"/>
        </pc:sldMkLst>
        <pc:picChg chg="add">
          <ac:chgData name="Edmund WEE (TP)" userId="1aeff9e9-75c8-437e-9382-defeb26b795c" providerId="ADAL" clId="{114014A8-C605-4144-AADB-3E73113CE3EA}" dt="2026-03-23T02:54:47.182" v="137" actId="22"/>
          <ac:picMkLst>
            <pc:docMk/>
            <pc:sldMk cId="2125096118" sldId="269"/>
            <ac:picMk id="3" creationId="{12F9E44A-FEEA-B860-1ACF-95A285961386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4:57.557" v="138" actId="22"/>
        <pc:sldMkLst>
          <pc:docMk/>
          <pc:sldMk cId="412081630" sldId="270"/>
        </pc:sldMkLst>
        <pc:picChg chg="add">
          <ac:chgData name="Edmund WEE (TP)" userId="1aeff9e9-75c8-437e-9382-defeb26b795c" providerId="ADAL" clId="{114014A8-C605-4144-AADB-3E73113CE3EA}" dt="2026-03-23T02:54:57.557" v="138" actId="22"/>
          <ac:picMkLst>
            <pc:docMk/>
            <pc:sldMk cId="412081630" sldId="270"/>
            <ac:picMk id="3" creationId="{299DEAE2-54E6-F98B-B43B-D5982DF8DDA1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5:15.752" v="139" actId="22"/>
        <pc:sldMkLst>
          <pc:docMk/>
          <pc:sldMk cId="1180451905" sldId="271"/>
        </pc:sldMkLst>
        <pc:picChg chg="add">
          <ac:chgData name="Edmund WEE (TP)" userId="1aeff9e9-75c8-437e-9382-defeb26b795c" providerId="ADAL" clId="{114014A8-C605-4144-AADB-3E73113CE3EA}" dt="2026-03-23T02:55:15.752" v="139" actId="22"/>
          <ac:picMkLst>
            <pc:docMk/>
            <pc:sldMk cId="1180451905" sldId="271"/>
            <ac:picMk id="3" creationId="{A9D65EC6-A521-5775-BCDA-566C1BDCB6F5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5:28.469" v="140" actId="22"/>
        <pc:sldMkLst>
          <pc:docMk/>
          <pc:sldMk cId="4221544717" sldId="272"/>
        </pc:sldMkLst>
        <pc:picChg chg="add">
          <ac:chgData name="Edmund WEE (TP)" userId="1aeff9e9-75c8-437e-9382-defeb26b795c" providerId="ADAL" clId="{114014A8-C605-4144-AADB-3E73113CE3EA}" dt="2026-03-23T02:55:28.469" v="140" actId="22"/>
          <ac:picMkLst>
            <pc:docMk/>
            <pc:sldMk cId="4221544717" sldId="272"/>
            <ac:picMk id="3" creationId="{6CB038EA-CB90-4805-3FE8-679620600EC2}"/>
          </ac:picMkLst>
        </pc:picChg>
      </pc:sldChg>
      <pc:sldChg chg="addSp new mod">
        <pc:chgData name="Edmund WEE (TP)" userId="1aeff9e9-75c8-437e-9382-defeb26b795c" providerId="ADAL" clId="{114014A8-C605-4144-AADB-3E73113CE3EA}" dt="2026-03-23T02:56:26.987" v="142" actId="22"/>
        <pc:sldMkLst>
          <pc:docMk/>
          <pc:sldMk cId="2425091514" sldId="273"/>
        </pc:sldMkLst>
        <pc:picChg chg="add">
          <ac:chgData name="Edmund WEE (TP)" userId="1aeff9e9-75c8-437e-9382-defeb26b795c" providerId="ADAL" clId="{114014A8-C605-4144-AADB-3E73113CE3EA}" dt="2026-03-23T02:56:26.987" v="142" actId="22"/>
          <ac:picMkLst>
            <pc:docMk/>
            <pc:sldMk cId="2425091514" sldId="273"/>
            <ac:picMk id="3" creationId="{23AB6231-5AF6-F9F5-1FDE-FE9F242FB6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307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Hacking Web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Web Application Concepts</a:t>
            </a:r>
          </a:p>
          <a:p>
            <a:pPr eaLnBrk="1" hangingPunct="1"/>
            <a:r>
              <a:rPr lang="en-US" dirty="0"/>
              <a:t>Web Application Hacking Methodology</a:t>
            </a:r>
          </a:p>
          <a:p>
            <a:pPr eaLnBrk="1" hangingPunct="1"/>
            <a:r>
              <a:rPr lang="en-US" dirty="0"/>
              <a:t>Web Application Threats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050B0B-03E1-937C-A9F9-37DA634D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Concepts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166C24-24AB-2ACB-6392-F67256307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170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B3D616-1654-18F6-305D-B706BAA73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29"/>
            <a:ext cx="12192000" cy="661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4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84E3-558C-E8B3-B384-58C4D7BA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Hacking Methodology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1A8AE-2F70-AD1D-E59C-940F33CDE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444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3D9F5B-68DD-24CD-DFB5-A12B29DC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46"/>
            <a:ext cx="12192000" cy="678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2BF34-F39C-A3FC-128D-865D08011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49"/>
            <a:ext cx="12192000" cy="66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4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6F0AB-1F4D-794D-91D4-805A73960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54"/>
            <a:ext cx="12192000" cy="67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6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2DE9E-60BB-1BD2-CD40-587D6C26A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97"/>
            <a:ext cx="12192000" cy="683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5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9D27-666E-F093-9860-266D93E8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Threats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91E99-DFD6-C09E-4AC8-9F52088AA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8521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5DA5A-C875-C34E-7200-E76D60333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984"/>
            <a:ext cx="12192000" cy="650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5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F9E44A-FEEA-B860-1ACF-95A285961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09"/>
            <a:ext cx="12192000" cy="672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DEAE2-54E6-F98B-B43B-D5982DF8D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97"/>
            <a:ext cx="12192000" cy="674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1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65EC6-A521-5775-BCDA-566C1BDCB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01"/>
            <a:ext cx="12192000" cy="656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5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B038EA-CB90-4805-3FE8-67962060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32"/>
            <a:ext cx="12192000" cy="67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44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AB6231-5AF6-F9F5-1FDE-FE9F242F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" y="0"/>
            <a:ext cx="12162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9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8091</TotalTime>
  <Words>36</Words>
  <Application>Microsoft Office PowerPoint</Application>
  <PresentationFormat>Widescreen</PresentationFormat>
  <Paragraphs>15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Unicode MS</vt:lpstr>
      <vt:lpstr>Calibri</vt:lpstr>
      <vt:lpstr>Office Theme</vt:lpstr>
      <vt:lpstr>PowerPoint Presentation</vt:lpstr>
      <vt:lpstr>Objectives</vt:lpstr>
      <vt:lpstr>Web Application Concepts</vt:lpstr>
      <vt:lpstr>PowerPoint Presentation</vt:lpstr>
      <vt:lpstr>Web Application Hacking Methodology</vt:lpstr>
      <vt:lpstr>PowerPoint Presentation</vt:lpstr>
      <vt:lpstr>PowerPoint Presentation</vt:lpstr>
      <vt:lpstr>PowerPoint Presentation</vt:lpstr>
      <vt:lpstr>PowerPoint Presentation</vt:lpstr>
      <vt:lpstr>Web Application Threats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812</cp:revision>
  <dcterms:created xsi:type="dcterms:W3CDTF">2012-02-09T05:42:03Z</dcterms:created>
  <dcterms:modified xsi:type="dcterms:W3CDTF">2026-03-23T02:56:28Z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