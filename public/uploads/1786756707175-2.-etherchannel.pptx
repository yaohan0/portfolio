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14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PK LEONG (TP)" userId="111f5370-9e5f-4b91-8b88-3f16be600637" providerId="ADAL" clId="{734E59F0-6AEA-452E-94F2-83FFEAE69EC0}"/>
    <pc:docChg chg="undo custSel modSld">
      <pc:chgData name="John PK LEONG (TP)" userId="111f5370-9e5f-4b91-8b88-3f16be600637" providerId="ADAL" clId="{734E59F0-6AEA-452E-94F2-83FFEAE69EC0}" dt="2024-03-20T00:31:22.862" v="7" actId="26606"/>
      <pc:docMkLst>
        <pc:docMk/>
      </pc:docMkLst>
      <pc:sldChg chg="addSp delSp mod">
        <pc:chgData name="John PK LEONG (TP)" userId="111f5370-9e5f-4b91-8b88-3f16be600637" providerId="ADAL" clId="{734E59F0-6AEA-452E-94F2-83FFEAE69EC0}" dt="2024-03-20T00:31:22.862" v="7" actId="26606"/>
        <pc:sldMkLst>
          <pc:docMk/>
          <pc:sldMk cId="1329816439" sldId="257"/>
        </pc:sldMkLst>
        <pc:spChg chg="add del">
          <ac:chgData name="John PK LEONG (TP)" userId="111f5370-9e5f-4b91-8b88-3f16be600637" providerId="ADAL" clId="{734E59F0-6AEA-452E-94F2-83FFEAE69EC0}" dt="2024-03-20T00:31:22.862" v="7" actId="26606"/>
          <ac:spMkLst>
            <pc:docMk/>
            <pc:sldMk cId="1329816439" sldId="257"/>
            <ac:spMk id="3" creationId="{58F45A8D-70F1-7FC5-09F0-6FB0A8EBACAF}"/>
          </ac:spMkLst>
        </pc:spChg>
        <pc:graphicFrameChg chg="add del">
          <ac:chgData name="John PK LEONG (TP)" userId="111f5370-9e5f-4b91-8b88-3f16be600637" providerId="ADAL" clId="{734E59F0-6AEA-452E-94F2-83FFEAE69EC0}" dt="2024-03-20T00:30:55.808" v="1" actId="26606"/>
          <ac:graphicFrameMkLst>
            <pc:docMk/>
            <pc:sldMk cId="1329816439" sldId="257"/>
            <ac:graphicFrameMk id="6" creationId="{D1D4822C-8241-B1AD-1254-F17B2360EE72}"/>
          </ac:graphicFrameMkLst>
        </pc:graphicFrameChg>
        <pc:graphicFrameChg chg="add del">
          <ac:chgData name="John PK LEONG (TP)" userId="111f5370-9e5f-4b91-8b88-3f16be600637" providerId="ADAL" clId="{734E59F0-6AEA-452E-94F2-83FFEAE69EC0}" dt="2024-03-20T00:31:09.194" v="3" actId="26606"/>
          <ac:graphicFrameMkLst>
            <pc:docMk/>
            <pc:sldMk cId="1329816439" sldId="257"/>
            <ac:graphicFrameMk id="7" creationId="{835F4F38-E270-A976-4809-FD95FE82DBC4}"/>
          </ac:graphicFrameMkLst>
        </pc:graphicFrameChg>
        <pc:graphicFrameChg chg="add del">
          <ac:chgData name="John PK LEONG (TP)" userId="111f5370-9e5f-4b91-8b88-3f16be600637" providerId="ADAL" clId="{734E59F0-6AEA-452E-94F2-83FFEAE69EC0}" dt="2024-03-20T00:31:11.347" v="5" actId="26606"/>
          <ac:graphicFrameMkLst>
            <pc:docMk/>
            <pc:sldMk cId="1329816439" sldId="257"/>
            <ac:graphicFrameMk id="8" creationId="{44086348-EF70-B3BF-FE50-905C5FDE5757}"/>
          </ac:graphicFrameMkLst>
        </pc:graphicFrameChg>
        <pc:graphicFrameChg chg="add del">
          <ac:chgData name="John PK LEONG (TP)" userId="111f5370-9e5f-4b91-8b88-3f16be600637" providerId="ADAL" clId="{734E59F0-6AEA-452E-94F2-83FFEAE69EC0}" dt="2024-03-20T00:31:22.862" v="7" actId="26606"/>
          <ac:graphicFrameMkLst>
            <pc:docMk/>
            <pc:sldMk cId="1329816439" sldId="257"/>
            <ac:graphicFrameMk id="9" creationId="{D1D4822C-8241-B1AD-1254-F17B2360EE72}"/>
          </ac:graphicFrameMkLst>
        </pc:graphicFrameChg>
      </pc:sldChg>
    </pc:docChg>
  </pc:docChgLst>
  <pc:docChgLst>
    <pc:chgData name="John PK LEONG (TP)" userId="111f5370-9e5f-4b91-8b88-3f16be600637" providerId="ADAL" clId="{DBFD2DEE-D328-4719-927F-E22ABD8D3F62}"/>
    <pc:docChg chg="undo custSel mod addSld modSld">
      <pc:chgData name="John PK LEONG (TP)" userId="111f5370-9e5f-4b91-8b88-3f16be600637" providerId="ADAL" clId="{DBFD2DEE-D328-4719-927F-E22ABD8D3F62}" dt="2024-03-18T09:40:19.729" v="630" actId="20577"/>
      <pc:docMkLst>
        <pc:docMk/>
      </pc:docMkLst>
      <pc:sldChg chg="modSp new mod">
        <pc:chgData name="John PK LEONG (TP)" userId="111f5370-9e5f-4b91-8b88-3f16be600637" providerId="ADAL" clId="{DBFD2DEE-D328-4719-927F-E22ABD8D3F62}" dt="2024-03-18T08:53:39.135" v="13" actId="20577"/>
        <pc:sldMkLst>
          <pc:docMk/>
          <pc:sldMk cId="397593033" sldId="256"/>
        </pc:sldMkLst>
        <pc:spChg chg="mod">
          <ac:chgData name="John PK LEONG (TP)" userId="111f5370-9e5f-4b91-8b88-3f16be600637" providerId="ADAL" clId="{DBFD2DEE-D328-4719-927F-E22ABD8D3F62}" dt="2024-03-18T08:53:39.135" v="13" actId="20577"/>
          <ac:spMkLst>
            <pc:docMk/>
            <pc:sldMk cId="397593033" sldId="256"/>
            <ac:spMk id="2" creationId="{22C9C87C-CA61-7E4E-B5A5-59199B3D6966}"/>
          </ac:spMkLst>
        </pc:spChg>
      </pc:sldChg>
      <pc:sldChg chg="addSp modSp new mod">
        <pc:chgData name="John PK LEONG (TP)" userId="111f5370-9e5f-4b91-8b88-3f16be600637" providerId="ADAL" clId="{DBFD2DEE-D328-4719-927F-E22ABD8D3F62}" dt="2024-03-18T08:54:24.082" v="33" actId="1076"/>
        <pc:sldMkLst>
          <pc:docMk/>
          <pc:sldMk cId="1329816439" sldId="257"/>
        </pc:sldMkLst>
        <pc:spChg chg="mod">
          <ac:chgData name="John PK LEONG (TP)" userId="111f5370-9e5f-4b91-8b88-3f16be600637" providerId="ADAL" clId="{DBFD2DEE-D328-4719-927F-E22ABD8D3F62}" dt="2024-03-18T08:54:05.996" v="28" actId="20577"/>
          <ac:spMkLst>
            <pc:docMk/>
            <pc:sldMk cId="1329816439" sldId="257"/>
            <ac:spMk id="2" creationId="{5717D6F6-F719-D3B3-12BE-33114A1152C6}"/>
          </ac:spMkLst>
        </pc:spChg>
        <pc:spChg chg="mod">
          <ac:chgData name="John PK LEONG (TP)" userId="111f5370-9e5f-4b91-8b88-3f16be600637" providerId="ADAL" clId="{DBFD2DEE-D328-4719-927F-E22ABD8D3F62}" dt="2024-03-18T08:53:59.631" v="16" actId="20577"/>
          <ac:spMkLst>
            <pc:docMk/>
            <pc:sldMk cId="1329816439" sldId="257"/>
            <ac:spMk id="3" creationId="{58F45A8D-70F1-7FC5-09F0-6FB0A8EBACAF}"/>
          </ac:spMkLst>
        </pc:spChg>
        <pc:picChg chg="add mod">
          <ac:chgData name="John PK LEONG (TP)" userId="111f5370-9e5f-4b91-8b88-3f16be600637" providerId="ADAL" clId="{DBFD2DEE-D328-4719-927F-E22ABD8D3F62}" dt="2024-03-18T08:54:24.082" v="33" actId="1076"/>
          <ac:picMkLst>
            <pc:docMk/>
            <pc:sldMk cId="1329816439" sldId="257"/>
            <ac:picMk id="4" creationId="{9BF60C72-2D40-250D-F8F4-D8DE2BCAB6AE}"/>
          </ac:picMkLst>
        </pc:picChg>
      </pc:sldChg>
      <pc:sldChg chg="addSp modSp new mod">
        <pc:chgData name="John PK LEONG (TP)" userId="111f5370-9e5f-4b91-8b88-3f16be600637" providerId="ADAL" clId="{DBFD2DEE-D328-4719-927F-E22ABD8D3F62}" dt="2024-03-18T08:55:16.555" v="75" actId="20577"/>
        <pc:sldMkLst>
          <pc:docMk/>
          <pc:sldMk cId="74504217" sldId="258"/>
        </pc:sldMkLst>
        <pc:spChg chg="mod">
          <ac:chgData name="John PK LEONG (TP)" userId="111f5370-9e5f-4b91-8b88-3f16be600637" providerId="ADAL" clId="{DBFD2DEE-D328-4719-927F-E22ABD8D3F62}" dt="2024-03-18T08:55:16.555" v="75" actId="20577"/>
          <ac:spMkLst>
            <pc:docMk/>
            <pc:sldMk cId="74504217" sldId="258"/>
            <ac:spMk id="2" creationId="{F44C2013-7377-A51E-F394-69959366ED7D}"/>
          </ac:spMkLst>
        </pc:spChg>
        <pc:spChg chg="mod">
          <ac:chgData name="John PK LEONG (TP)" userId="111f5370-9e5f-4b91-8b88-3f16be600637" providerId="ADAL" clId="{DBFD2DEE-D328-4719-927F-E22ABD8D3F62}" dt="2024-03-18T08:54:42.558" v="36" actId="20577"/>
          <ac:spMkLst>
            <pc:docMk/>
            <pc:sldMk cId="74504217" sldId="258"/>
            <ac:spMk id="3" creationId="{99E0C61A-A978-6077-6D49-65D4D103A135}"/>
          </ac:spMkLst>
        </pc:spChg>
        <pc:picChg chg="add mod">
          <ac:chgData name="John PK LEONG (TP)" userId="111f5370-9e5f-4b91-8b88-3f16be600637" providerId="ADAL" clId="{DBFD2DEE-D328-4719-927F-E22ABD8D3F62}" dt="2024-03-18T08:54:55.826" v="40" actId="1076"/>
          <ac:picMkLst>
            <pc:docMk/>
            <pc:sldMk cId="74504217" sldId="258"/>
            <ac:picMk id="4" creationId="{76A3BB52-4774-B9C8-753E-62CDCFA57C7A}"/>
          </ac:picMkLst>
        </pc:picChg>
      </pc:sldChg>
      <pc:sldChg chg="addSp modSp new mod">
        <pc:chgData name="John PK LEONG (TP)" userId="111f5370-9e5f-4b91-8b88-3f16be600637" providerId="ADAL" clId="{DBFD2DEE-D328-4719-927F-E22ABD8D3F62}" dt="2024-03-18T08:56:40.959" v="87" actId="1076"/>
        <pc:sldMkLst>
          <pc:docMk/>
          <pc:sldMk cId="1503807010" sldId="259"/>
        </pc:sldMkLst>
        <pc:spChg chg="mod">
          <ac:chgData name="John PK LEONG (TP)" userId="111f5370-9e5f-4b91-8b88-3f16be600637" providerId="ADAL" clId="{DBFD2DEE-D328-4719-927F-E22ABD8D3F62}" dt="2024-03-18T08:55:55.299" v="77"/>
          <ac:spMkLst>
            <pc:docMk/>
            <pc:sldMk cId="1503807010" sldId="259"/>
            <ac:spMk id="2" creationId="{68DA003C-C93C-AC73-8094-D99AEE103389}"/>
          </ac:spMkLst>
        </pc:spChg>
        <pc:spChg chg="mod">
          <ac:chgData name="John PK LEONG (TP)" userId="111f5370-9e5f-4b91-8b88-3f16be600637" providerId="ADAL" clId="{DBFD2DEE-D328-4719-927F-E22ABD8D3F62}" dt="2024-03-18T08:56:15.987" v="83" actId="20577"/>
          <ac:spMkLst>
            <pc:docMk/>
            <pc:sldMk cId="1503807010" sldId="259"/>
            <ac:spMk id="3" creationId="{0E46FF58-A104-C5DB-210B-E7C66BEFD979}"/>
          </ac:spMkLst>
        </pc:spChg>
        <pc:picChg chg="add mod">
          <ac:chgData name="John PK LEONG (TP)" userId="111f5370-9e5f-4b91-8b88-3f16be600637" providerId="ADAL" clId="{DBFD2DEE-D328-4719-927F-E22ABD8D3F62}" dt="2024-03-18T08:56:40.959" v="87" actId="1076"/>
          <ac:picMkLst>
            <pc:docMk/>
            <pc:sldMk cId="1503807010" sldId="259"/>
            <ac:picMk id="4" creationId="{C9E81858-4513-5EBF-EFD7-AD5F158F8470}"/>
          </ac:picMkLst>
        </pc:picChg>
      </pc:sldChg>
      <pc:sldChg chg="addSp modSp new mod">
        <pc:chgData name="John PK LEONG (TP)" userId="111f5370-9e5f-4b91-8b88-3f16be600637" providerId="ADAL" clId="{DBFD2DEE-D328-4719-927F-E22ABD8D3F62}" dt="2024-03-18T08:58:23.004" v="147" actId="1076"/>
        <pc:sldMkLst>
          <pc:docMk/>
          <pc:sldMk cId="2008824580" sldId="260"/>
        </pc:sldMkLst>
        <pc:spChg chg="mod">
          <ac:chgData name="John PK LEONG (TP)" userId="111f5370-9e5f-4b91-8b88-3f16be600637" providerId="ADAL" clId="{DBFD2DEE-D328-4719-927F-E22ABD8D3F62}" dt="2024-03-18T08:57:38.209" v="117" actId="20577"/>
          <ac:spMkLst>
            <pc:docMk/>
            <pc:sldMk cId="2008824580" sldId="260"/>
            <ac:spMk id="2" creationId="{2C4E3695-E752-FFAB-8338-FADF2E2AA6E1}"/>
          </ac:spMkLst>
        </pc:spChg>
        <pc:spChg chg="mod">
          <ac:chgData name="John PK LEONG (TP)" userId="111f5370-9e5f-4b91-8b88-3f16be600637" providerId="ADAL" clId="{DBFD2DEE-D328-4719-927F-E22ABD8D3F62}" dt="2024-03-18T08:58:13.522" v="144" actId="1036"/>
          <ac:spMkLst>
            <pc:docMk/>
            <pc:sldMk cId="2008824580" sldId="260"/>
            <ac:spMk id="3" creationId="{697BBE66-84DD-BBA1-A9CE-3C5261866B4C}"/>
          </ac:spMkLst>
        </pc:spChg>
        <pc:picChg chg="add mod">
          <ac:chgData name="John PK LEONG (TP)" userId="111f5370-9e5f-4b91-8b88-3f16be600637" providerId="ADAL" clId="{DBFD2DEE-D328-4719-927F-E22ABD8D3F62}" dt="2024-03-18T08:58:23.004" v="147" actId="1076"/>
          <ac:picMkLst>
            <pc:docMk/>
            <pc:sldMk cId="2008824580" sldId="260"/>
            <ac:picMk id="4" creationId="{A1286E91-EF5A-90AE-DB9D-D43C6E30DF51}"/>
          </ac:picMkLst>
        </pc:picChg>
      </pc:sldChg>
      <pc:sldChg chg="modSp new mod">
        <pc:chgData name="John PK LEONG (TP)" userId="111f5370-9e5f-4b91-8b88-3f16be600637" providerId="ADAL" clId="{DBFD2DEE-D328-4719-927F-E22ABD8D3F62}" dt="2024-03-18T08:59:53.775" v="179" actId="20577"/>
        <pc:sldMkLst>
          <pc:docMk/>
          <pc:sldMk cId="2502092676" sldId="261"/>
        </pc:sldMkLst>
        <pc:spChg chg="mod">
          <ac:chgData name="John PK LEONG (TP)" userId="111f5370-9e5f-4b91-8b88-3f16be600637" providerId="ADAL" clId="{DBFD2DEE-D328-4719-927F-E22ABD8D3F62}" dt="2024-03-18T08:59:53.775" v="179" actId="20577"/>
          <ac:spMkLst>
            <pc:docMk/>
            <pc:sldMk cId="2502092676" sldId="261"/>
            <ac:spMk id="2" creationId="{E9F6212F-F849-B453-F958-294010402C99}"/>
          </ac:spMkLst>
        </pc:spChg>
        <pc:spChg chg="mod">
          <ac:chgData name="John PK LEONG (TP)" userId="111f5370-9e5f-4b91-8b88-3f16be600637" providerId="ADAL" clId="{DBFD2DEE-D328-4719-927F-E22ABD8D3F62}" dt="2024-03-18T08:59:32.749" v="158" actId="27636"/>
          <ac:spMkLst>
            <pc:docMk/>
            <pc:sldMk cId="2502092676" sldId="261"/>
            <ac:spMk id="3" creationId="{68CD321D-E27D-02EB-5C2C-3A625960A60B}"/>
          </ac:spMkLst>
        </pc:spChg>
      </pc:sldChg>
      <pc:sldChg chg="modSp new mod">
        <pc:chgData name="John PK LEONG (TP)" userId="111f5370-9e5f-4b91-8b88-3f16be600637" providerId="ADAL" clId="{DBFD2DEE-D328-4719-927F-E22ABD8D3F62}" dt="2024-03-18T09:02:13.034" v="189" actId="5793"/>
        <pc:sldMkLst>
          <pc:docMk/>
          <pc:sldMk cId="1760500677" sldId="262"/>
        </pc:sldMkLst>
        <pc:spChg chg="mod">
          <ac:chgData name="John PK LEONG (TP)" userId="111f5370-9e5f-4b91-8b88-3f16be600637" providerId="ADAL" clId="{DBFD2DEE-D328-4719-927F-E22ABD8D3F62}" dt="2024-03-18T09:02:13.034" v="189" actId="5793"/>
          <ac:spMkLst>
            <pc:docMk/>
            <pc:sldMk cId="1760500677" sldId="262"/>
            <ac:spMk id="2" creationId="{AA770094-D557-8119-E106-16279A039871}"/>
          </ac:spMkLst>
        </pc:spChg>
        <pc:spChg chg="mod">
          <ac:chgData name="John PK LEONG (TP)" userId="111f5370-9e5f-4b91-8b88-3f16be600637" providerId="ADAL" clId="{DBFD2DEE-D328-4719-927F-E22ABD8D3F62}" dt="2024-03-18T09:01:27.401" v="184" actId="20577"/>
          <ac:spMkLst>
            <pc:docMk/>
            <pc:sldMk cId="1760500677" sldId="262"/>
            <ac:spMk id="3" creationId="{7CDFE9CD-35CD-52A5-8BE7-ECFF25F55AB9}"/>
          </ac:spMkLst>
        </pc:spChg>
      </pc:sldChg>
      <pc:sldChg chg="addSp modSp new mod">
        <pc:chgData name="John PK LEONG (TP)" userId="111f5370-9e5f-4b91-8b88-3f16be600637" providerId="ADAL" clId="{DBFD2DEE-D328-4719-927F-E22ABD8D3F62}" dt="2024-03-18T09:05:00.347" v="206" actId="1076"/>
        <pc:sldMkLst>
          <pc:docMk/>
          <pc:sldMk cId="1324155608" sldId="263"/>
        </pc:sldMkLst>
        <pc:spChg chg="mod">
          <ac:chgData name="John PK LEONG (TP)" userId="111f5370-9e5f-4b91-8b88-3f16be600637" providerId="ADAL" clId="{DBFD2DEE-D328-4719-927F-E22ABD8D3F62}" dt="2024-03-18T09:02:44.742" v="191"/>
          <ac:spMkLst>
            <pc:docMk/>
            <pc:sldMk cId="1324155608" sldId="263"/>
            <ac:spMk id="2" creationId="{B1AD926B-D688-DE12-C26E-CA641F6D308F}"/>
          </ac:spMkLst>
        </pc:spChg>
        <pc:spChg chg="mod">
          <ac:chgData name="John PK LEONG (TP)" userId="111f5370-9e5f-4b91-8b88-3f16be600637" providerId="ADAL" clId="{DBFD2DEE-D328-4719-927F-E22ABD8D3F62}" dt="2024-03-18T09:04:32.659" v="202"/>
          <ac:spMkLst>
            <pc:docMk/>
            <pc:sldMk cId="1324155608" sldId="263"/>
            <ac:spMk id="3" creationId="{79FE5D36-3BEF-CD93-F74B-43EF3962CBF4}"/>
          </ac:spMkLst>
        </pc:spChg>
        <pc:picChg chg="add mod">
          <ac:chgData name="John PK LEONG (TP)" userId="111f5370-9e5f-4b91-8b88-3f16be600637" providerId="ADAL" clId="{DBFD2DEE-D328-4719-927F-E22ABD8D3F62}" dt="2024-03-18T09:03:53.167" v="198" actId="1076"/>
          <ac:picMkLst>
            <pc:docMk/>
            <pc:sldMk cId="1324155608" sldId="263"/>
            <ac:picMk id="5" creationId="{CACE63A7-8134-2195-52D0-DEE93856F79A}"/>
          </ac:picMkLst>
        </pc:picChg>
        <pc:picChg chg="add mod">
          <ac:chgData name="John PK LEONG (TP)" userId="111f5370-9e5f-4b91-8b88-3f16be600637" providerId="ADAL" clId="{DBFD2DEE-D328-4719-927F-E22ABD8D3F62}" dt="2024-03-18T09:05:00.347" v="206" actId="1076"/>
          <ac:picMkLst>
            <pc:docMk/>
            <pc:sldMk cId="1324155608" sldId="263"/>
            <ac:picMk id="7" creationId="{0F09BAFB-FC3B-837F-0F7D-778954729FB3}"/>
          </ac:picMkLst>
        </pc:picChg>
      </pc:sldChg>
      <pc:sldChg chg="addSp modSp new mod">
        <pc:chgData name="John PK LEONG (TP)" userId="111f5370-9e5f-4b91-8b88-3f16be600637" providerId="ADAL" clId="{DBFD2DEE-D328-4719-927F-E22ABD8D3F62}" dt="2024-03-18T09:07:23.561" v="228" actId="1076"/>
        <pc:sldMkLst>
          <pc:docMk/>
          <pc:sldMk cId="84368638" sldId="264"/>
        </pc:sldMkLst>
        <pc:spChg chg="mod">
          <ac:chgData name="John PK LEONG (TP)" userId="111f5370-9e5f-4b91-8b88-3f16be600637" providerId="ADAL" clId="{DBFD2DEE-D328-4719-927F-E22ABD8D3F62}" dt="2024-03-18T09:05:36.855" v="208"/>
          <ac:spMkLst>
            <pc:docMk/>
            <pc:sldMk cId="84368638" sldId="264"/>
            <ac:spMk id="2" creationId="{E6DBBD68-5494-13E4-77AF-DFACE84E21E4}"/>
          </ac:spMkLst>
        </pc:spChg>
        <pc:spChg chg="mod">
          <ac:chgData name="John PK LEONG (TP)" userId="111f5370-9e5f-4b91-8b88-3f16be600637" providerId="ADAL" clId="{DBFD2DEE-D328-4719-927F-E22ABD8D3F62}" dt="2024-03-18T09:06:43.315" v="224"/>
          <ac:spMkLst>
            <pc:docMk/>
            <pc:sldMk cId="84368638" sldId="264"/>
            <ac:spMk id="3" creationId="{0246B423-CE6D-C2E9-580A-E332900957C8}"/>
          </ac:spMkLst>
        </pc:spChg>
        <pc:picChg chg="add mod">
          <ac:chgData name="John PK LEONG (TP)" userId="111f5370-9e5f-4b91-8b88-3f16be600637" providerId="ADAL" clId="{DBFD2DEE-D328-4719-927F-E22ABD8D3F62}" dt="2024-03-18T09:06:24.760" v="219" actId="1035"/>
          <ac:picMkLst>
            <pc:docMk/>
            <pc:sldMk cId="84368638" sldId="264"/>
            <ac:picMk id="5" creationId="{8E240A21-847D-F048-7CAC-8722A2EA188D}"/>
          </ac:picMkLst>
        </pc:picChg>
        <pc:picChg chg="add mod">
          <ac:chgData name="John PK LEONG (TP)" userId="111f5370-9e5f-4b91-8b88-3f16be600637" providerId="ADAL" clId="{DBFD2DEE-D328-4719-927F-E22ABD8D3F62}" dt="2024-03-18T09:07:23.561" v="228" actId="1076"/>
          <ac:picMkLst>
            <pc:docMk/>
            <pc:sldMk cId="84368638" sldId="264"/>
            <ac:picMk id="7" creationId="{58F74027-75DE-93E4-2C3A-8E637F9EA47D}"/>
          </ac:picMkLst>
        </pc:picChg>
      </pc:sldChg>
      <pc:sldChg chg="modSp new mod">
        <pc:chgData name="John PK LEONG (TP)" userId="111f5370-9e5f-4b91-8b88-3f16be600637" providerId="ADAL" clId="{DBFD2DEE-D328-4719-927F-E22ABD8D3F62}" dt="2024-03-18T09:09:10.654" v="249" actId="1035"/>
        <pc:sldMkLst>
          <pc:docMk/>
          <pc:sldMk cId="1564492035" sldId="265"/>
        </pc:sldMkLst>
        <pc:spChg chg="mod">
          <ac:chgData name="John PK LEONG (TP)" userId="111f5370-9e5f-4b91-8b88-3f16be600637" providerId="ADAL" clId="{DBFD2DEE-D328-4719-927F-E22ABD8D3F62}" dt="2024-03-18T09:08:31.042" v="230"/>
          <ac:spMkLst>
            <pc:docMk/>
            <pc:sldMk cId="1564492035" sldId="265"/>
            <ac:spMk id="2" creationId="{B9554CDF-F591-365A-C969-57FDA1235892}"/>
          </ac:spMkLst>
        </pc:spChg>
        <pc:spChg chg="mod">
          <ac:chgData name="John PK LEONG (TP)" userId="111f5370-9e5f-4b91-8b88-3f16be600637" providerId="ADAL" clId="{DBFD2DEE-D328-4719-927F-E22ABD8D3F62}" dt="2024-03-18T09:09:10.654" v="249" actId="1035"/>
          <ac:spMkLst>
            <pc:docMk/>
            <pc:sldMk cId="1564492035" sldId="265"/>
            <ac:spMk id="3" creationId="{CE94E981-260E-8BFA-CB09-FFF05FBCC5B0}"/>
          </ac:spMkLst>
        </pc:spChg>
      </pc:sldChg>
      <pc:sldChg chg="addSp modSp new mod">
        <pc:chgData name="John PK LEONG (TP)" userId="111f5370-9e5f-4b91-8b88-3f16be600637" providerId="ADAL" clId="{DBFD2DEE-D328-4719-927F-E22ABD8D3F62}" dt="2024-03-18T09:11:26.429" v="261" actId="1076"/>
        <pc:sldMkLst>
          <pc:docMk/>
          <pc:sldMk cId="1142649590" sldId="266"/>
        </pc:sldMkLst>
        <pc:spChg chg="mod">
          <ac:chgData name="John PK LEONG (TP)" userId="111f5370-9e5f-4b91-8b88-3f16be600637" providerId="ADAL" clId="{DBFD2DEE-D328-4719-927F-E22ABD8D3F62}" dt="2024-03-18T09:09:56.669" v="251"/>
          <ac:spMkLst>
            <pc:docMk/>
            <pc:sldMk cId="1142649590" sldId="266"/>
            <ac:spMk id="2" creationId="{9F7A28AE-BA5E-22DB-38EE-EE5714421AA6}"/>
          </ac:spMkLst>
        </pc:spChg>
        <pc:spChg chg="mod">
          <ac:chgData name="John PK LEONG (TP)" userId="111f5370-9e5f-4b91-8b88-3f16be600637" providerId="ADAL" clId="{DBFD2DEE-D328-4719-927F-E22ABD8D3F62}" dt="2024-03-18T09:10:34.867" v="256" actId="255"/>
          <ac:spMkLst>
            <pc:docMk/>
            <pc:sldMk cId="1142649590" sldId="266"/>
            <ac:spMk id="3" creationId="{4DF0BF38-FFFD-1D8C-E5DD-374207EC0193}"/>
          </ac:spMkLst>
        </pc:spChg>
        <pc:picChg chg="add mod">
          <ac:chgData name="John PK LEONG (TP)" userId="111f5370-9e5f-4b91-8b88-3f16be600637" providerId="ADAL" clId="{DBFD2DEE-D328-4719-927F-E22ABD8D3F62}" dt="2024-03-18T09:11:26.429" v="261" actId="1076"/>
          <ac:picMkLst>
            <pc:docMk/>
            <pc:sldMk cId="1142649590" sldId="266"/>
            <ac:picMk id="5" creationId="{32880CA6-C0F0-59A8-9A21-5B40C2CC72FF}"/>
          </ac:picMkLst>
        </pc:picChg>
      </pc:sldChg>
      <pc:sldChg chg="addSp modSp new mod">
        <pc:chgData name="John PK LEONG (TP)" userId="111f5370-9e5f-4b91-8b88-3f16be600637" providerId="ADAL" clId="{DBFD2DEE-D328-4719-927F-E22ABD8D3F62}" dt="2024-03-18T09:25:25.441" v="441" actId="20577"/>
        <pc:sldMkLst>
          <pc:docMk/>
          <pc:sldMk cId="3723195071" sldId="267"/>
        </pc:sldMkLst>
        <pc:spChg chg="mod">
          <ac:chgData name="John PK LEONG (TP)" userId="111f5370-9e5f-4b91-8b88-3f16be600637" providerId="ADAL" clId="{DBFD2DEE-D328-4719-927F-E22ABD8D3F62}" dt="2024-03-18T09:12:37.846" v="267" actId="5793"/>
          <ac:spMkLst>
            <pc:docMk/>
            <pc:sldMk cId="3723195071" sldId="267"/>
            <ac:spMk id="2" creationId="{1AEFA95A-2694-6AD4-7FDD-04840299F717}"/>
          </ac:spMkLst>
        </pc:spChg>
        <pc:spChg chg="mod">
          <ac:chgData name="John PK LEONG (TP)" userId="111f5370-9e5f-4b91-8b88-3f16be600637" providerId="ADAL" clId="{DBFD2DEE-D328-4719-927F-E22ABD8D3F62}" dt="2024-03-18T09:25:25.441" v="441" actId="20577"/>
          <ac:spMkLst>
            <pc:docMk/>
            <pc:sldMk cId="3723195071" sldId="267"/>
            <ac:spMk id="3" creationId="{6D7010F3-1D48-1CD5-0CC8-D2C6102E37B3}"/>
          </ac:spMkLst>
        </pc:spChg>
        <pc:picChg chg="add mod">
          <ac:chgData name="John PK LEONG (TP)" userId="111f5370-9e5f-4b91-8b88-3f16be600637" providerId="ADAL" clId="{DBFD2DEE-D328-4719-927F-E22ABD8D3F62}" dt="2024-03-18T09:25:07.234" v="415" actId="1036"/>
          <ac:picMkLst>
            <pc:docMk/>
            <pc:sldMk cId="3723195071" sldId="267"/>
            <ac:picMk id="4" creationId="{292488CC-6060-8DF2-F253-6E21874E983E}"/>
          </ac:picMkLst>
        </pc:picChg>
        <pc:picChg chg="add mod">
          <ac:chgData name="John PK LEONG (TP)" userId="111f5370-9e5f-4b91-8b88-3f16be600637" providerId="ADAL" clId="{DBFD2DEE-D328-4719-927F-E22ABD8D3F62}" dt="2024-03-18T09:25:13.485" v="439" actId="1035"/>
          <ac:picMkLst>
            <pc:docMk/>
            <pc:sldMk cId="3723195071" sldId="267"/>
            <ac:picMk id="6" creationId="{291F963B-F264-3837-9234-2668D7B83608}"/>
          </ac:picMkLst>
        </pc:picChg>
      </pc:sldChg>
      <pc:sldChg chg="addSp delSp modSp new mod">
        <pc:chgData name="John PK LEONG (TP)" userId="111f5370-9e5f-4b91-8b88-3f16be600637" providerId="ADAL" clId="{DBFD2DEE-D328-4719-927F-E22ABD8D3F62}" dt="2024-03-18T09:27:20.611" v="456" actId="255"/>
        <pc:sldMkLst>
          <pc:docMk/>
          <pc:sldMk cId="700773241" sldId="268"/>
        </pc:sldMkLst>
        <pc:spChg chg="mod">
          <ac:chgData name="John PK LEONG (TP)" userId="111f5370-9e5f-4b91-8b88-3f16be600637" providerId="ADAL" clId="{DBFD2DEE-D328-4719-927F-E22ABD8D3F62}" dt="2024-03-18T09:22:54.064" v="281"/>
          <ac:spMkLst>
            <pc:docMk/>
            <pc:sldMk cId="700773241" sldId="268"/>
            <ac:spMk id="2" creationId="{144FD3B0-BA2B-1272-D6CB-AB9ACCA51B69}"/>
          </ac:spMkLst>
        </pc:spChg>
        <pc:spChg chg="del mod">
          <ac:chgData name="John PK LEONG (TP)" userId="111f5370-9e5f-4b91-8b88-3f16be600637" providerId="ADAL" clId="{DBFD2DEE-D328-4719-927F-E22ABD8D3F62}" dt="2024-03-18T09:26:15.696" v="444" actId="3680"/>
          <ac:spMkLst>
            <pc:docMk/>
            <pc:sldMk cId="700773241" sldId="268"/>
            <ac:spMk id="3" creationId="{BED1DA79-E060-DE4F-0C78-C196F1A76AAE}"/>
          </ac:spMkLst>
        </pc:spChg>
        <pc:spChg chg="add del mod">
          <ac:chgData name="John PK LEONG (TP)" userId="111f5370-9e5f-4b91-8b88-3f16be600637" providerId="ADAL" clId="{DBFD2DEE-D328-4719-927F-E22ABD8D3F62}" dt="2024-03-18T09:27:20.611" v="456" actId="255"/>
          <ac:spMkLst>
            <pc:docMk/>
            <pc:sldMk cId="700773241" sldId="268"/>
            <ac:spMk id="8" creationId="{16AFC8E8-DB9B-23CF-7713-258A1A16D244}"/>
          </ac:spMkLst>
        </pc:spChg>
        <pc:graphicFrameChg chg="add del mod ord modGraphic">
          <ac:chgData name="John PK LEONG (TP)" userId="111f5370-9e5f-4b91-8b88-3f16be600637" providerId="ADAL" clId="{DBFD2DEE-D328-4719-927F-E22ABD8D3F62}" dt="2024-03-18T09:26:25.842" v="447" actId="478"/>
          <ac:graphicFrameMkLst>
            <pc:docMk/>
            <pc:sldMk cId="700773241" sldId="268"/>
            <ac:graphicFrameMk id="4" creationId="{84393ED5-79D0-559F-1B20-2DEFD2FDEBBF}"/>
          </ac:graphicFrameMkLst>
        </pc:graphicFrameChg>
        <pc:picChg chg="add mod">
          <ac:chgData name="John PK LEONG (TP)" userId="111f5370-9e5f-4b91-8b88-3f16be600637" providerId="ADAL" clId="{DBFD2DEE-D328-4719-927F-E22ABD8D3F62}" dt="2024-03-18T09:27:06.423" v="454" actId="1076"/>
          <ac:picMkLst>
            <pc:docMk/>
            <pc:sldMk cId="700773241" sldId="268"/>
            <ac:picMk id="6" creationId="{B540A0FC-9CA9-05F7-54BA-648E873C1F0D}"/>
          </ac:picMkLst>
        </pc:picChg>
      </pc:sldChg>
      <pc:sldChg chg="addSp delSp modSp new mod">
        <pc:chgData name="John PK LEONG (TP)" userId="111f5370-9e5f-4b91-8b88-3f16be600637" providerId="ADAL" clId="{DBFD2DEE-D328-4719-927F-E22ABD8D3F62}" dt="2024-03-18T09:29:22.479" v="471" actId="255"/>
        <pc:sldMkLst>
          <pc:docMk/>
          <pc:sldMk cId="4283179978" sldId="269"/>
        </pc:sldMkLst>
        <pc:spChg chg="mod">
          <ac:chgData name="John PK LEONG (TP)" userId="111f5370-9e5f-4b91-8b88-3f16be600637" providerId="ADAL" clId="{DBFD2DEE-D328-4719-927F-E22ABD8D3F62}" dt="2024-03-18T09:27:49.649" v="458"/>
          <ac:spMkLst>
            <pc:docMk/>
            <pc:sldMk cId="4283179978" sldId="269"/>
            <ac:spMk id="2" creationId="{5D5FDB82-69FC-A05C-7C35-D6F61EED64BD}"/>
          </ac:spMkLst>
        </pc:spChg>
        <pc:spChg chg="add del mod">
          <ac:chgData name="John PK LEONG (TP)" userId="111f5370-9e5f-4b91-8b88-3f16be600637" providerId="ADAL" clId="{DBFD2DEE-D328-4719-927F-E22ABD8D3F62}" dt="2024-03-18T09:29:22.479" v="471" actId="255"/>
          <ac:spMkLst>
            <pc:docMk/>
            <pc:sldMk cId="4283179978" sldId="269"/>
            <ac:spMk id="3" creationId="{FC04A389-69E8-2D45-5001-1FA0BB536A6C}"/>
          </ac:spMkLst>
        </pc:spChg>
        <pc:picChg chg="add del mod ord">
          <ac:chgData name="John PK LEONG (TP)" userId="111f5370-9e5f-4b91-8b88-3f16be600637" providerId="ADAL" clId="{DBFD2DEE-D328-4719-927F-E22ABD8D3F62}" dt="2024-03-18T09:28:21.329" v="460" actId="22"/>
          <ac:picMkLst>
            <pc:docMk/>
            <pc:sldMk cId="4283179978" sldId="269"/>
            <ac:picMk id="5" creationId="{4C5E38E5-B254-BE40-C9CE-66C8781F1C1A}"/>
          </ac:picMkLst>
        </pc:picChg>
        <pc:picChg chg="add mod">
          <ac:chgData name="John PK LEONG (TP)" userId="111f5370-9e5f-4b91-8b88-3f16be600637" providerId="ADAL" clId="{DBFD2DEE-D328-4719-927F-E22ABD8D3F62}" dt="2024-03-18T09:28:26.390" v="462" actId="1076"/>
          <ac:picMkLst>
            <pc:docMk/>
            <pc:sldMk cId="4283179978" sldId="269"/>
            <ac:picMk id="7" creationId="{90021534-C2B0-C430-704E-C692FAE21734}"/>
          </ac:picMkLst>
        </pc:picChg>
      </pc:sldChg>
      <pc:sldChg chg="modSp new mod">
        <pc:chgData name="John PK LEONG (TP)" userId="111f5370-9e5f-4b91-8b88-3f16be600637" providerId="ADAL" clId="{DBFD2DEE-D328-4719-927F-E22ABD8D3F62}" dt="2024-03-18T09:40:19.729" v="630" actId="20577"/>
        <pc:sldMkLst>
          <pc:docMk/>
          <pc:sldMk cId="1664532526" sldId="270"/>
        </pc:sldMkLst>
        <pc:spChg chg="mod">
          <ac:chgData name="John PK LEONG (TP)" userId="111f5370-9e5f-4b91-8b88-3f16be600637" providerId="ADAL" clId="{DBFD2DEE-D328-4719-927F-E22ABD8D3F62}" dt="2024-03-18T09:39:15.018" v="479" actId="20577"/>
          <ac:spMkLst>
            <pc:docMk/>
            <pc:sldMk cId="1664532526" sldId="270"/>
            <ac:spMk id="2" creationId="{AB338F13-7045-C2BB-B6CB-259F6B63A07F}"/>
          </ac:spMkLst>
        </pc:spChg>
        <pc:spChg chg="mod">
          <ac:chgData name="John PK LEONG (TP)" userId="111f5370-9e5f-4b91-8b88-3f16be600637" providerId="ADAL" clId="{DBFD2DEE-D328-4719-927F-E22ABD8D3F62}" dt="2024-03-18T09:40:19.729" v="630" actId="20577"/>
          <ac:spMkLst>
            <pc:docMk/>
            <pc:sldMk cId="1664532526" sldId="270"/>
            <ac:spMk id="3" creationId="{ED4C0457-ADAF-89DC-0E04-C94DC5090F1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ACC62-C3DB-A3D1-97AF-7D993AD9D7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D36BEE5-B1D8-7D81-1848-7982E70BC5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AD4573-C93F-7307-3368-47CBD7E84E44}"/>
              </a:ext>
            </a:extLst>
          </p:cNvPr>
          <p:cNvSpPr>
            <a:spLocks noGrp="1"/>
          </p:cNvSpPr>
          <p:nvPr>
            <p:ph type="dt" sz="half" idx="10"/>
          </p:nvPr>
        </p:nvSpPr>
        <p:spPr/>
        <p:txBody>
          <a:bodyPr/>
          <a:lstStyle/>
          <a:p>
            <a:fld id="{43F22E70-C288-4FEF-8B3C-E765E5DAA223}" type="datetimeFigureOut">
              <a:rPr lang="en-US" smtClean="0"/>
              <a:t>3/20/2024</a:t>
            </a:fld>
            <a:endParaRPr lang="en-US"/>
          </a:p>
        </p:txBody>
      </p:sp>
      <p:sp>
        <p:nvSpPr>
          <p:cNvPr id="5" name="Footer Placeholder 4">
            <a:extLst>
              <a:ext uri="{FF2B5EF4-FFF2-40B4-BE49-F238E27FC236}">
                <a16:creationId xmlns:a16="http://schemas.microsoft.com/office/drawing/2014/main" id="{20273DFF-B40F-DF04-76F5-58B56EDF30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31C96B-47E5-03F8-7AE0-E753793623CD}"/>
              </a:ext>
            </a:extLst>
          </p:cNvPr>
          <p:cNvSpPr>
            <a:spLocks noGrp="1"/>
          </p:cNvSpPr>
          <p:nvPr>
            <p:ph type="sldNum" sz="quarter" idx="12"/>
          </p:nvPr>
        </p:nvSpPr>
        <p:spPr/>
        <p:txBody>
          <a:bodyPr/>
          <a:lstStyle/>
          <a:p>
            <a:fld id="{2D79A4C9-1B42-47DB-9CAB-3BEAB50D2C01}" type="slidenum">
              <a:rPr lang="en-US" smtClean="0"/>
              <a:t>‹#›</a:t>
            </a:fld>
            <a:endParaRPr lang="en-US"/>
          </a:p>
        </p:txBody>
      </p:sp>
    </p:spTree>
    <p:extLst>
      <p:ext uri="{BB962C8B-B14F-4D97-AF65-F5344CB8AC3E}">
        <p14:creationId xmlns:p14="http://schemas.microsoft.com/office/powerpoint/2010/main" val="1034510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F9894-D53C-0362-1230-3E2F00C6A5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FAC94F-C46E-0395-D2DA-902B2B75B7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ADA58E-85AE-D9E2-E36F-1FABE54D4597}"/>
              </a:ext>
            </a:extLst>
          </p:cNvPr>
          <p:cNvSpPr>
            <a:spLocks noGrp="1"/>
          </p:cNvSpPr>
          <p:nvPr>
            <p:ph type="dt" sz="half" idx="10"/>
          </p:nvPr>
        </p:nvSpPr>
        <p:spPr/>
        <p:txBody>
          <a:bodyPr/>
          <a:lstStyle/>
          <a:p>
            <a:fld id="{43F22E70-C288-4FEF-8B3C-E765E5DAA223}" type="datetimeFigureOut">
              <a:rPr lang="en-US" smtClean="0"/>
              <a:t>3/20/2024</a:t>
            </a:fld>
            <a:endParaRPr lang="en-US"/>
          </a:p>
        </p:txBody>
      </p:sp>
      <p:sp>
        <p:nvSpPr>
          <p:cNvPr id="5" name="Footer Placeholder 4">
            <a:extLst>
              <a:ext uri="{FF2B5EF4-FFF2-40B4-BE49-F238E27FC236}">
                <a16:creationId xmlns:a16="http://schemas.microsoft.com/office/drawing/2014/main" id="{E230D5E7-5821-BE58-6ECE-AC22593E23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F9B229-AFA2-739F-7FBF-280A94B0D783}"/>
              </a:ext>
            </a:extLst>
          </p:cNvPr>
          <p:cNvSpPr>
            <a:spLocks noGrp="1"/>
          </p:cNvSpPr>
          <p:nvPr>
            <p:ph type="sldNum" sz="quarter" idx="12"/>
          </p:nvPr>
        </p:nvSpPr>
        <p:spPr/>
        <p:txBody>
          <a:bodyPr/>
          <a:lstStyle/>
          <a:p>
            <a:fld id="{2D79A4C9-1B42-47DB-9CAB-3BEAB50D2C01}" type="slidenum">
              <a:rPr lang="en-US" smtClean="0"/>
              <a:t>‹#›</a:t>
            </a:fld>
            <a:endParaRPr lang="en-US"/>
          </a:p>
        </p:txBody>
      </p:sp>
    </p:spTree>
    <p:extLst>
      <p:ext uri="{BB962C8B-B14F-4D97-AF65-F5344CB8AC3E}">
        <p14:creationId xmlns:p14="http://schemas.microsoft.com/office/powerpoint/2010/main" val="224927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4A64E-8684-2FBF-F3C7-2C0D1D6D9D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821884B-87EC-2FE2-AD06-1093AD87F9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57900C-BA71-09E5-8FCD-C3E2551FDF74}"/>
              </a:ext>
            </a:extLst>
          </p:cNvPr>
          <p:cNvSpPr>
            <a:spLocks noGrp="1"/>
          </p:cNvSpPr>
          <p:nvPr>
            <p:ph type="dt" sz="half" idx="10"/>
          </p:nvPr>
        </p:nvSpPr>
        <p:spPr/>
        <p:txBody>
          <a:bodyPr/>
          <a:lstStyle/>
          <a:p>
            <a:fld id="{43F22E70-C288-4FEF-8B3C-E765E5DAA223}" type="datetimeFigureOut">
              <a:rPr lang="en-US" smtClean="0"/>
              <a:t>3/20/2024</a:t>
            </a:fld>
            <a:endParaRPr lang="en-US"/>
          </a:p>
        </p:txBody>
      </p:sp>
      <p:sp>
        <p:nvSpPr>
          <p:cNvPr id="5" name="Footer Placeholder 4">
            <a:extLst>
              <a:ext uri="{FF2B5EF4-FFF2-40B4-BE49-F238E27FC236}">
                <a16:creationId xmlns:a16="http://schemas.microsoft.com/office/drawing/2014/main" id="{44B9D3D4-5644-B944-F6B4-C31A3AE983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EAF0E8-DF4B-A8F6-9456-16C9B8AE962D}"/>
              </a:ext>
            </a:extLst>
          </p:cNvPr>
          <p:cNvSpPr>
            <a:spLocks noGrp="1"/>
          </p:cNvSpPr>
          <p:nvPr>
            <p:ph type="sldNum" sz="quarter" idx="12"/>
          </p:nvPr>
        </p:nvSpPr>
        <p:spPr/>
        <p:txBody>
          <a:bodyPr/>
          <a:lstStyle/>
          <a:p>
            <a:fld id="{2D79A4C9-1B42-47DB-9CAB-3BEAB50D2C01}" type="slidenum">
              <a:rPr lang="en-US" smtClean="0"/>
              <a:t>‹#›</a:t>
            </a:fld>
            <a:endParaRPr lang="en-US"/>
          </a:p>
        </p:txBody>
      </p:sp>
    </p:spTree>
    <p:extLst>
      <p:ext uri="{BB962C8B-B14F-4D97-AF65-F5344CB8AC3E}">
        <p14:creationId xmlns:p14="http://schemas.microsoft.com/office/powerpoint/2010/main" val="1530213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576DB-48EA-A009-E08B-509EB6F3FF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406FE9-2B1B-F640-9824-EAF755AD34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DEC87BD-5735-E410-6729-A2C1AD38CA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DB797A4-0E0B-C1E4-84E7-1803402FCBF5}"/>
              </a:ext>
            </a:extLst>
          </p:cNvPr>
          <p:cNvSpPr>
            <a:spLocks noGrp="1"/>
          </p:cNvSpPr>
          <p:nvPr>
            <p:ph type="dt" sz="half" idx="10"/>
          </p:nvPr>
        </p:nvSpPr>
        <p:spPr/>
        <p:txBody>
          <a:bodyPr/>
          <a:lstStyle/>
          <a:p>
            <a:fld id="{43F22E70-C288-4FEF-8B3C-E765E5DAA223}" type="datetimeFigureOut">
              <a:rPr lang="en-US" smtClean="0"/>
              <a:t>3/20/2024</a:t>
            </a:fld>
            <a:endParaRPr lang="en-US"/>
          </a:p>
        </p:txBody>
      </p:sp>
      <p:sp>
        <p:nvSpPr>
          <p:cNvPr id="6" name="Footer Placeholder 5">
            <a:extLst>
              <a:ext uri="{FF2B5EF4-FFF2-40B4-BE49-F238E27FC236}">
                <a16:creationId xmlns:a16="http://schemas.microsoft.com/office/drawing/2014/main" id="{8CBFD0C6-7AB5-52B0-4D88-F915910BBD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A7D44E-184C-62EC-48FB-47222D5EAF81}"/>
              </a:ext>
            </a:extLst>
          </p:cNvPr>
          <p:cNvSpPr>
            <a:spLocks noGrp="1"/>
          </p:cNvSpPr>
          <p:nvPr>
            <p:ph type="sldNum" sz="quarter" idx="12"/>
          </p:nvPr>
        </p:nvSpPr>
        <p:spPr/>
        <p:txBody>
          <a:bodyPr/>
          <a:lstStyle/>
          <a:p>
            <a:fld id="{2D79A4C9-1B42-47DB-9CAB-3BEAB50D2C01}" type="slidenum">
              <a:rPr lang="en-US" smtClean="0"/>
              <a:t>‹#›</a:t>
            </a:fld>
            <a:endParaRPr lang="en-US"/>
          </a:p>
        </p:txBody>
      </p:sp>
    </p:spTree>
    <p:extLst>
      <p:ext uri="{BB962C8B-B14F-4D97-AF65-F5344CB8AC3E}">
        <p14:creationId xmlns:p14="http://schemas.microsoft.com/office/powerpoint/2010/main" val="1584467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F6C47-DDA7-16F4-1F05-014BB84FC68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4247FAB-4F7A-DC95-8938-A6CB698BBC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761FF7-4CBE-3341-BDF0-6BF178EF35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5A7F44E-06FF-9B5E-C289-4CEF4401FB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0EFEF5-9C3A-CBF4-8486-D18C0369AA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8BFDA4A-C925-D6C2-85F2-7B5B4139959B}"/>
              </a:ext>
            </a:extLst>
          </p:cNvPr>
          <p:cNvSpPr>
            <a:spLocks noGrp="1"/>
          </p:cNvSpPr>
          <p:nvPr>
            <p:ph type="dt" sz="half" idx="10"/>
          </p:nvPr>
        </p:nvSpPr>
        <p:spPr/>
        <p:txBody>
          <a:bodyPr/>
          <a:lstStyle/>
          <a:p>
            <a:fld id="{43F22E70-C288-4FEF-8B3C-E765E5DAA223}" type="datetimeFigureOut">
              <a:rPr lang="en-US" smtClean="0"/>
              <a:t>3/20/2024</a:t>
            </a:fld>
            <a:endParaRPr lang="en-US"/>
          </a:p>
        </p:txBody>
      </p:sp>
      <p:sp>
        <p:nvSpPr>
          <p:cNvPr id="8" name="Footer Placeholder 7">
            <a:extLst>
              <a:ext uri="{FF2B5EF4-FFF2-40B4-BE49-F238E27FC236}">
                <a16:creationId xmlns:a16="http://schemas.microsoft.com/office/drawing/2014/main" id="{797A7035-CF59-6B3D-CC97-70BF7EA60EC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45D015-1BA9-1B12-5E7D-9625EB25E452}"/>
              </a:ext>
            </a:extLst>
          </p:cNvPr>
          <p:cNvSpPr>
            <a:spLocks noGrp="1"/>
          </p:cNvSpPr>
          <p:nvPr>
            <p:ph type="sldNum" sz="quarter" idx="12"/>
          </p:nvPr>
        </p:nvSpPr>
        <p:spPr/>
        <p:txBody>
          <a:bodyPr/>
          <a:lstStyle/>
          <a:p>
            <a:fld id="{2D79A4C9-1B42-47DB-9CAB-3BEAB50D2C01}" type="slidenum">
              <a:rPr lang="en-US" smtClean="0"/>
              <a:t>‹#›</a:t>
            </a:fld>
            <a:endParaRPr lang="en-US"/>
          </a:p>
        </p:txBody>
      </p:sp>
    </p:spTree>
    <p:extLst>
      <p:ext uri="{BB962C8B-B14F-4D97-AF65-F5344CB8AC3E}">
        <p14:creationId xmlns:p14="http://schemas.microsoft.com/office/powerpoint/2010/main" val="2937696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9E9CD-6D1A-A7B7-5D0F-45FDFC2C6B1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A9968E-C341-4D71-3E7E-A88EB19AC083}"/>
              </a:ext>
            </a:extLst>
          </p:cNvPr>
          <p:cNvSpPr>
            <a:spLocks noGrp="1"/>
          </p:cNvSpPr>
          <p:nvPr>
            <p:ph type="dt" sz="half" idx="10"/>
          </p:nvPr>
        </p:nvSpPr>
        <p:spPr/>
        <p:txBody>
          <a:bodyPr/>
          <a:lstStyle/>
          <a:p>
            <a:fld id="{43F22E70-C288-4FEF-8B3C-E765E5DAA223}" type="datetimeFigureOut">
              <a:rPr lang="en-US" smtClean="0"/>
              <a:t>3/20/2024</a:t>
            </a:fld>
            <a:endParaRPr lang="en-US"/>
          </a:p>
        </p:txBody>
      </p:sp>
      <p:sp>
        <p:nvSpPr>
          <p:cNvPr id="4" name="Footer Placeholder 3">
            <a:extLst>
              <a:ext uri="{FF2B5EF4-FFF2-40B4-BE49-F238E27FC236}">
                <a16:creationId xmlns:a16="http://schemas.microsoft.com/office/drawing/2014/main" id="{046E4764-6DCF-6309-B9EC-EDF06E1EB4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A0A1C9-86F6-DC2D-DE6D-3C1D71BD56D2}"/>
              </a:ext>
            </a:extLst>
          </p:cNvPr>
          <p:cNvSpPr>
            <a:spLocks noGrp="1"/>
          </p:cNvSpPr>
          <p:nvPr>
            <p:ph type="sldNum" sz="quarter" idx="12"/>
          </p:nvPr>
        </p:nvSpPr>
        <p:spPr/>
        <p:txBody>
          <a:bodyPr/>
          <a:lstStyle/>
          <a:p>
            <a:fld id="{2D79A4C9-1B42-47DB-9CAB-3BEAB50D2C01}" type="slidenum">
              <a:rPr lang="en-US" smtClean="0"/>
              <a:t>‹#›</a:t>
            </a:fld>
            <a:endParaRPr lang="en-US"/>
          </a:p>
        </p:txBody>
      </p:sp>
    </p:spTree>
    <p:extLst>
      <p:ext uri="{BB962C8B-B14F-4D97-AF65-F5344CB8AC3E}">
        <p14:creationId xmlns:p14="http://schemas.microsoft.com/office/powerpoint/2010/main" val="919419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06B996-4054-0DCB-0A91-8F9C05EF5B0A}"/>
              </a:ext>
            </a:extLst>
          </p:cNvPr>
          <p:cNvSpPr>
            <a:spLocks noGrp="1"/>
          </p:cNvSpPr>
          <p:nvPr>
            <p:ph type="dt" sz="half" idx="10"/>
          </p:nvPr>
        </p:nvSpPr>
        <p:spPr/>
        <p:txBody>
          <a:bodyPr/>
          <a:lstStyle/>
          <a:p>
            <a:fld id="{43F22E70-C288-4FEF-8B3C-E765E5DAA223}" type="datetimeFigureOut">
              <a:rPr lang="en-US" smtClean="0"/>
              <a:t>3/20/2024</a:t>
            </a:fld>
            <a:endParaRPr lang="en-US"/>
          </a:p>
        </p:txBody>
      </p:sp>
      <p:sp>
        <p:nvSpPr>
          <p:cNvPr id="3" name="Footer Placeholder 2">
            <a:extLst>
              <a:ext uri="{FF2B5EF4-FFF2-40B4-BE49-F238E27FC236}">
                <a16:creationId xmlns:a16="http://schemas.microsoft.com/office/drawing/2014/main" id="{D1A27383-AC2C-EE9F-516A-733B904779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60D778-F58F-964C-2AF9-FA9BC3D9319C}"/>
              </a:ext>
            </a:extLst>
          </p:cNvPr>
          <p:cNvSpPr>
            <a:spLocks noGrp="1"/>
          </p:cNvSpPr>
          <p:nvPr>
            <p:ph type="sldNum" sz="quarter" idx="12"/>
          </p:nvPr>
        </p:nvSpPr>
        <p:spPr/>
        <p:txBody>
          <a:bodyPr/>
          <a:lstStyle/>
          <a:p>
            <a:fld id="{2D79A4C9-1B42-47DB-9CAB-3BEAB50D2C01}" type="slidenum">
              <a:rPr lang="en-US" smtClean="0"/>
              <a:t>‹#›</a:t>
            </a:fld>
            <a:endParaRPr lang="en-US"/>
          </a:p>
        </p:txBody>
      </p:sp>
    </p:spTree>
    <p:extLst>
      <p:ext uri="{BB962C8B-B14F-4D97-AF65-F5344CB8AC3E}">
        <p14:creationId xmlns:p14="http://schemas.microsoft.com/office/powerpoint/2010/main" val="4219989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6A935-EC4C-4581-9A2E-C376F2C8B9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20C9996-9EF9-536B-86F4-74D5A330AE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637BA2-A845-6C45-BA20-A0B14B3319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C1A667-B3D7-6EC7-FFC6-D599B014CA8B}"/>
              </a:ext>
            </a:extLst>
          </p:cNvPr>
          <p:cNvSpPr>
            <a:spLocks noGrp="1"/>
          </p:cNvSpPr>
          <p:nvPr>
            <p:ph type="dt" sz="half" idx="10"/>
          </p:nvPr>
        </p:nvSpPr>
        <p:spPr/>
        <p:txBody>
          <a:bodyPr/>
          <a:lstStyle/>
          <a:p>
            <a:fld id="{43F22E70-C288-4FEF-8B3C-E765E5DAA223}" type="datetimeFigureOut">
              <a:rPr lang="en-US" smtClean="0"/>
              <a:t>3/20/2024</a:t>
            </a:fld>
            <a:endParaRPr lang="en-US"/>
          </a:p>
        </p:txBody>
      </p:sp>
      <p:sp>
        <p:nvSpPr>
          <p:cNvPr id="6" name="Footer Placeholder 5">
            <a:extLst>
              <a:ext uri="{FF2B5EF4-FFF2-40B4-BE49-F238E27FC236}">
                <a16:creationId xmlns:a16="http://schemas.microsoft.com/office/drawing/2014/main" id="{6A4357E4-35A6-E4D7-1901-A7A3DEF803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92E29A-2266-2E37-ACBD-8FCA218B4520}"/>
              </a:ext>
            </a:extLst>
          </p:cNvPr>
          <p:cNvSpPr>
            <a:spLocks noGrp="1"/>
          </p:cNvSpPr>
          <p:nvPr>
            <p:ph type="sldNum" sz="quarter" idx="12"/>
          </p:nvPr>
        </p:nvSpPr>
        <p:spPr/>
        <p:txBody>
          <a:bodyPr/>
          <a:lstStyle/>
          <a:p>
            <a:fld id="{2D79A4C9-1B42-47DB-9CAB-3BEAB50D2C01}" type="slidenum">
              <a:rPr lang="en-US" smtClean="0"/>
              <a:t>‹#›</a:t>
            </a:fld>
            <a:endParaRPr lang="en-US"/>
          </a:p>
        </p:txBody>
      </p:sp>
    </p:spTree>
    <p:extLst>
      <p:ext uri="{BB962C8B-B14F-4D97-AF65-F5344CB8AC3E}">
        <p14:creationId xmlns:p14="http://schemas.microsoft.com/office/powerpoint/2010/main" val="1987199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1AA99-DEC5-1C17-8585-9F93BC7B2B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463EF19-1DD2-66E2-C19C-61092E30E9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59684C2-8776-8BF3-FA94-1F69D9C0D6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F602BD-E1E8-01BC-1F57-98BCE1D637B6}"/>
              </a:ext>
            </a:extLst>
          </p:cNvPr>
          <p:cNvSpPr>
            <a:spLocks noGrp="1"/>
          </p:cNvSpPr>
          <p:nvPr>
            <p:ph type="dt" sz="half" idx="10"/>
          </p:nvPr>
        </p:nvSpPr>
        <p:spPr/>
        <p:txBody>
          <a:bodyPr/>
          <a:lstStyle/>
          <a:p>
            <a:fld id="{43F22E70-C288-4FEF-8B3C-E765E5DAA223}" type="datetimeFigureOut">
              <a:rPr lang="en-US" smtClean="0"/>
              <a:t>3/20/2024</a:t>
            </a:fld>
            <a:endParaRPr lang="en-US"/>
          </a:p>
        </p:txBody>
      </p:sp>
      <p:sp>
        <p:nvSpPr>
          <p:cNvPr id="6" name="Footer Placeholder 5">
            <a:extLst>
              <a:ext uri="{FF2B5EF4-FFF2-40B4-BE49-F238E27FC236}">
                <a16:creationId xmlns:a16="http://schemas.microsoft.com/office/drawing/2014/main" id="{FEB9972A-745F-AB00-0D05-2FEC8F94FB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7B9BEF-CA6F-5510-2496-6550435BE5BE}"/>
              </a:ext>
            </a:extLst>
          </p:cNvPr>
          <p:cNvSpPr>
            <a:spLocks noGrp="1"/>
          </p:cNvSpPr>
          <p:nvPr>
            <p:ph type="sldNum" sz="quarter" idx="12"/>
          </p:nvPr>
        </p:nvSpPr>
        <p:spPr/>
        <p:txBody>
          <a:bodyPr/>
          <a:lstStyle/>
          <a:p>
            <a:fld id="{2D79A4C9-1B42-47DB-9CAB-3BEAB50D2C01}" type="slidenum">
              <a:rPr lang="en-US" smtClean="0"/>
              <a:t>‹#›</a:t>
            </a:fld>
            <a:endParaRPr lang="en-US"/>
          </a:p>
        </p:txBody>
      </p:sp>
    </p:spTree>
    <p:extLst>
      <p:ext uri="{BB962C8B-B14F-4D97-AF65-F5344CB8AC3E}">
        <p14:creationId xmlns:p14="http://schemas.microsoft.com/office/powerpoint/2010/main" val="4070977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BF719-1F76-5729-74CC-8E0DA632AB9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986C27E-2326-98A5-E5AA-FA1FE6CCEB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9494F1-AEE1-72E7-084F-9EC1C12F6974}"/>
              </a:ext>
            </a:extLst>
          </p:cNvPr>
          <p:cNvSpPr>
            <a:spLocks noGrp="1"/>
          </p:cNvSpPr>
          <p:nvPr>
            <p:ph type="dt" sz="half" idx="10"/>
          </p:nvPr>
        </p:nvSpPr>
        <p:spPr/>
        <p:txBody>
          <a:bodyPr/>
          <a:lstStyle/>
          <a:p>
            <a:fld id="{43F22E70-C288-4FEF-8B3C-E765E5DAA223}" type="datetimeFigureOut">
              <a:rPr lang="en-US" smtClean="0"/>
              <a:t>3/20/2024</a:t>
            </a:fld>
            <a:endParaRPr lang="en-US"/>
          </a:p>
        </p:txBody>
      </p:sp>
      <p:sp>
        <p:nvSpPr>
          <p:cNvPr id="5" name="Footer Placeholder 4">
            <a:extLst>
              <a:ext uri="{FF2B5EF4-FFF2-40B4-BE49-F238E27FC236}">
                <a16:creationId xmlns:a16="http://schemas.microsoft.com/office/drawing/2014/main" id="{012AB475-932F-61A8-B1B6-94D9F6ECA8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BD6849-3C43-7739-2EB9-3EBCF7F300C7}"/>
              </a:ext>
            </a:extLst>
          </p:cNvPr>
          <p:cNvSpPr>
            <a:spLocks noGrp="1"/>
          </p:cNvSpPr>
          <p:nvPr>
            <p:ph type="sldNum" sz="quarter" idx="12"/>
          </p:nvPr>
        </p:nvSpPr>
        <p:spPr/>
        <p:txBody>
          <a:bodyPr/>
          <a:lstStyle/>
          <a:p>
            <a:fld id="{2D79A4C9-1B42-47DB-9CAB-3BEAB50D2C01}" type="slidenum">
              <a:rPr lang="en-US" smtClean="0"/>
              <a:t>‹#›</a:t>
            </a:fld>
            <a:endParaRPr lang="en-US"/>
          </a:p>
        </p:txBody>
      </p:sp>
    </p:spTree>
    <p:extLst>
      <p:ext uri="{BB962C8B-B14F-4D97-AF65-F5344CB8AC3E}">
        <p14:creationId xmlns:p14="http://schemas.microsoft.com/office/powerpoint/2010/main" val="1147172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E36ED6-DC10-4A56-DFE1-CE4CB31ACB2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CEE21B-783E-CD52-8063-9F80B12C3D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F5F5E8-FADD-368C-F3F2-793510BD4105}"/>
              </a:ext>
            </a:extLst>
          </p:cNvPr>
          <p:cNvSpPr>
            <a:spLocks noGrp="1"/>
          </p:cNvSpPr>
          <p:nvPr>
            <p:ph type="dt" sz="half" idx="10"/>
          </p:nvPr>
        </p:nvSpPr>
        <p:spPr/>
        <p:txBody>
          <a:bodyPr/>
          <a:lstStyle/>
          <a:p>
            <a:fld id="{43F22E70-C288-4FEF-8B3C-E765E5DAA223}" type="datetimeFigureOut">
              <a:rPr lang="en-US" smtClean="0"/>
              <a:t>3/20/2024</a:t>
            </a:fld>
            <a:endParaRPr lang="en-US"/>
          </a:p>
        </p:txBody>
      </p:sp>
      <p:sp>
        <p:nvSpPr>
          <p:cNvPr id="5" name="Footer Placeholder 4">
            <a:extLst>
              <a:ext uri="{FF2B5EF4-FFF2-40B4-BE49-F238E27FC236}">
                <a16:creationId xmlns:a16="http://schemas.microsoft.com/office/drawing/2014/main" id="{BC824526-0900-0BC8-C865-048EAB8982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B03E2D-7F09-1012-788E-7D649F196B44}"/>
              </a:ext>
            </a:extLst>
          </p:cNvPr>
          <p:cNvSpPr>
            <a:spLocks noGrp="1"/>
          </p:cNvSpPr>
          <p:nvPr>
            <p:ph type="sldNum" sz="quarter" idx="12"/>
          </p:nvPr>
        </p:nvSpPr>
        <p:spPr/>
        <p:txBody>
          <a:bodyPr/>
          <a:lstStyle/>
          <a:p>
            <a:fld id="{2D79A4C9-1B42-47DB-9CAB-3BEAB50D2C01}" type="slidenum">
              <a:rPr lang="en-US" smtClean="0"/>
              <a:t>‹#›</a:t>
            </a:fld>
            <a:endParaRPr lang="en-US"/>
          </a:p>
        </p:txBody>
      </p:sp>
    </p:spTree>
    <p:extLst>
      <p:ext uri="{BB962C8B-B14F-4D97-AF65-F5344CB8AC3E}">
        <p14:creationId xmlns:p14="http://schemas.microsoft.com/office/powerpoint/2010/main" val="3041711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D4BD73-F933-2E3E-BB47-4E4905E3B7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125D8E-52AF-6F59-33E5-261C2BB926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A8D65D-C621-DFA4-9CB6-C40DA74727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F22E70-C288-4FEF-8B3C-E765E5DAA223}" type="datetimeFigureOut">
              <a:rPr lang="en-US" smtClean="0"/>
              <a:t>3/20/2024</a:t>
            </a:fld>
            <a:endParaRPr lang="en-US"/>
          </a:p>
        </p:txBody>
      </p:sp>
      <p:sp>
        <p:nvSpPr>
          <p:cNvPr id="5" name="Footer Placeholder 4">
            <a:extLst>
              <a:ext uri="{FF2B5EF4-FFF2-40B4-BE49-F238E27FC236}">
                <a16:creationId xmlns:a16="http://schemas.microsoft.com/office/drawing/2014/main" id="{DAD7EBBE-6C0A-2A51-A1DE-E4C0050FA6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02364C0-EA2F-FE58-57AE-4DD6A57E04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79A4C9-1B42-47DB-9CAB-3BEAB50D2C01}" type="slidenum">
              <a:rPr lang="en-US" smtClean="0"/>
              <a:t>‹#›</a:t>
            </a:fld>
            <a:endParaRPr lang="en-US"/>
          </a:p>
        </p:txBody>
      </p:sp>
    </p:spTree>
    <p:extLst>
      <p:ext uri="{BB962C8B-B14F-4D97-AF65-F5344CB8AC3E}">
        <p14:creationId xmlns:p14="http://schemas.microsoft.com/office/powerpoint/2010/main" val="13653426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9C87C-CA61-7E4E-B5A5-59199B3D6966}"/>
              </a:ext>
            </a:extLst>
          </p:cNvPr>
          <p:cNvSpPr>
            <a:spLocks noGrp="1"/>
          </p:cNvSpPr>
          <p:nvPr>
            <p:ph type="ctrTitle"/>
          </p:nvPr>
        </p:nvSpPr>
        <p:spPr/>
        <p:txBody>
          <a:bodyPr/>
          <a:lstStyle/>
          <a:p>
            <a:r>
              <a:rPr lang="en-US" dirty="0"/>
              <a:t>EtherChannel</a:t>
            </a:r>
          </a:p>
        </p:txBody>
      </p:sp>
      <p:sp>
        <p:nvSpPr>
          <p:cNvPr id="3" name="Subtitle 2">
            <a:extLst>
              <a:ext uri="{FF2B5EF4-FFF2-40B4-BE49-F238E27FC236}">
                <a16:creationId xmlns:a16="http://schemas.microsoft.com/office/drawing/2014/main" id="{0AA5880E-C848-87B4-1A0A-20026BA6775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7593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7D6F6-F719-D3B3-12BE-33114A1152C6}"/>
              </a:ext>
            </a:extLst>
          </p:cNvPr>
          <p:cNvSpPr>
            <a:spLocks noGrp="1"/>
          </p:cNvSpPr>
          <p:nvPr>
            <p:ph type="title"/>
          </p:nvPr>
        </p:nvSpPr>
        <p:spPr/>
        <p:txBody>
          <a:bodyPr/>
          <a:lstStyle/>
          <a:p>
            <a:r>
              <a:rPr lang="en-US" dirty="0"/>
              <a:t>EtherChannel</a:t>
            </a:r>
          </a:p>
        </p:txBody>
      </p:sp>
      <p:sp>
        <p:nvSpPr>
          <p:cNvPr id="3" name="Content Placeholder 2">
            <a:extLst>
              <a:ext uri="{FF2B5EF4-FFF2-40B4-BE49-F238E27FC236}">
                <a16:creationId xmlns:a16="http://schemas.microsoft.com/office/drawing/2014/main" id="{58F45A8D-70F1-7FC5-09F0-6FB0A8EBACAF}"/>
              </a:ext>
            </a:extLst>
          </p:cNvPr>
          <p:cNvSpPr>
            <a:spLocks noGrp="1"/>
          </p:cNvSpPr>
          <p:nvPr>
            <p:ph idx="1"/>
          </p:nvPr>
        </p:nvSpPr>
        <p:spPr/>
        <p:txBody>
          <a:bodyPr/>
          <a:lstStyle/>
          <a:p>
            <a:r>
              <a:rPr lang="en-US" b="0" i="0" dirty="0">
                <a:solidFill>
                  <a:srgbClr val="333333"/>
                </a:solidFill>
                <a:effectLst/>
                <a:latin typeface="Verdana" panose="020B0604030504040204" pitchFamily="34" charset="0"/>
              </a:rPr>
              <a:t>EtherChannel is the technology which is used to combine several physical links between switches or routers into one logical connection and treat them as a single link. </a:t>
            </a:r>
          </a:p>
          <a:p>
            <a:r>
              <a:rPr lang="en-US" b="0" i="0" dirty="0">
                <a:solidFill>
                  <a:srgbClr val="333333"/>
                </a:solidFill>
                <a:effectLst/>
                <a:latin typeface="Verdana" panose="020B0604030504040204" pitchFamily="34" charset="0"/>
              </a:rPr>
              <a:t>Let’s take an example to see the benefits of this technology: Suppose your company has two switches connecting with each other via a </a:t>
            </a:r>
            <a:r>
              <a:rPr lang="en-US" b="0" i="0" dirty="0" err="1">
                <a:solidFill>
                  <a:srgbClr val="333333"/>
                </a:solidFill>
                <a:effectLst/>
                <a:latin typeface="Verdana" panose="020B0604030504040204" pitchFamily="34" charset="0"/>
              </a:rPr>
              <a:t>FastEthernet</a:t>
            </a:r>
            <a:r>
              <a:rPr lang="en-US" b="0" i="0" dirty="0">
                <a:solidFill>
                  <a:srgbClr val="333333"/>
                </a:solidFill>
                <a:effectLst/>
                <a:latin typeface="Verdana" panose="020B0604030504040204" pitchFamily="34" charset="0"/>
              </a:rPr>
              <a:t> link (100Mbps):</a:t>
            </a:r>
            <a:endParaRPr lang="en-US" dirty="0"/>
          </a:p>
        </p:txBody>
      </p:sp>
      <p:pic>
        <p:nvPicPr>
          <p:cNvPr id="4" name="Picture 3">
            <a:extLst>
              <a:ext uri="{FF2B5EF4-FFF2-40B4-BE49-F238E27FC236}">
                <a16:creationId xmlns:a16="http://schemas.microsoft.com/office/drawing/2014/main" id="{9BF60C72-2D40-250D-F8F4-D8DE2BCAB6AE}"/>
              </a:ext>
            </a:extLst>
          </p:cNvPr>
          <p:cNvPicPr>
            <a:picLocks noChangeAspect="1"/>
          </p:cNvPicPr>
          <p:nvPr/>
        </p:nvPicPr>
        <p:blipFill>
          <a:blip r:embed="rId2"/>
          <a:stretch>
            <a:fillRect/>
          </a:stretch>
        </p:blipFill>
        <p:spPr>
          <a:xfrm>
            <a:off x="3318410" y="5042374"/>
            <a:ext cx="7312202" cy="947878"/>
          </a:xfrm>
          <a:prstGeom prst="rect">
            <a:avLst/>
          </a:prstGeom>
        </p:spPr>
      </p:pic>
    </p:spTree>
    <p:extLst>
      <p:ext uri="{BB962C8B-B14F-4D97-AF65-F5344CB8AC3E}">
        <p14:creationId xmlns:p14="http://schemas.microsoft.com/office/powerpoint/2010/main" val="1329816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C2013-7377-A51E-F394-69959366ED7D}"/>
              </a:ext>
            </a:extLst>
          </p:cNvPr>
          <p:cNvSpPr>
            <a:spLocks noGrp="1"/>
          </p:cNvSpPr>
          <p:nvPr>
            <p:ph type="title"/>
          </p:nvPr>
        </p:nvSpPr>
        <p:spPr/>
        <p:txBody>
          <a:bodyPr/>
          <a:lstStyle/>
          <a:p>
            <a:r>
              <a:rPr lang="en-US" dirty="0"/>
              <a:t>Problem with Just Redundant Links</a:t>
            </a:r>
          </a:p>
        </p:txBody>
      </p:sp>
      <p:sp>
        <p:nvSpPr>
          <p:cNvPr id="3" name="Content Placeholder 2">
            <a:extLst>
              <a:ext uri="{FF2B5EF4-FFF2-40B4-BE49-F238E27FC236}">
                <a16:creationId xmlns:a16="http://schemas.microsoft.com/office/drawing/2014/main" id="{99E0C61A-A978-6077-6D49-65D4D103A135}"/>
              </a:ext>
            </a:extLst>
          </p:cNvPr>
          <p:cNvSpPr>
            <a:spLocks noGrp="1"/>
          </p:cNvSpPr>
          <p:nvPr>
            <p:ph idx="1"/>
          </p:nvPr>
        </p:nvSpPr>
        <p:spPr/>
        <p:txBody>
          <a:bodyPr/>
          <a:lstStyle/>
          <a:p>
            <a:r>
              <a:rPr lang="en-US" b="0" i="0" dirty="0">
                <a:solidFill>
                  <a:srgbClr val="333333"/>
                </a:solidFill>
                <a:effectLst/>
                <a:latin typeface="Verdana" panose="020B0604030504040204" pitchFamily="34" charset="0"/>
              </a:rPr>
              <a:t>Your company is growing and you need to transfer more than 100 Mbps between these switches. </a:t>
            </a:r>
          </a:p>
          <a:p>
            <a:r>
              <a:rPr lang="en-US" b="0" i="0" dirty="0">
                <a:solidFill>
                  <a:srgbClr val="333333"/>
                </a:solidFill>
                <a:effectLst/>
                <a:latin typeface="Verdana" panose="020B0604030504040204" pitchFamily="34" charset="0"/>
              </a:rPr>
              <a:t>If you only connect other links between the two switches it will not work because Spanning-tree protocol (STP) will block redundant links to prevent a loop:</a:t>
            </a:r>
            <a:endParaRPr lang="en-US" dirty="0"/>
          </a:p>
        </p:txBody>
      </p:sp>
      <p:pic>
        <p:nvPicPr>
          <p:cNvPr id="4" name="Picture 3">
            <a:extLst>
              <a:ext uri="{FF2B5EF4-FFF2-40B4-BE49-F238E27FC236}">
                <a16:creationId xmlns:a16="http://schemas.microsoft.com/office/drawing/2014/main" id="{76A3BB52-4774-B9C8-753E-62CDCFA57C7A}"/>
              </a:ext>
            </a:extLst>
          </p:cNvPr>
          <p:cNvPicPr>
            <a:picLocks noChangeAspect="1"/>
          </p:cNvPicPr>
          <p:nvPr/>
        </p:nvPicPr>
        <p:blipFill>
          <a:blip r:embed="rId2"/>
          <a:stretch>
            <a:fillRect/>
          </a:stretch>
        </p:blipFill>
        <p:spPr>
          <a:xfrm>
            <a:off x="2428972" y="4501535"/>
            <a:ext cx="8160773" cy="1283445"/>
          </a:xfrm>
          <a:prstGeom prst="rect">
            <a:avLst/>
          </a:prstGeom>
        </p:spPr>
      </p:pic>
    </p:spTree>
    <p:extLst>
      <p:ext uri="{BB962C8B-B14F-4D97-AF65-F5344CB8AC3E}">
        <p14:creationId xmlns:p14="http://schemas.microsoft.com/office/powerpoint/2010/main" val="74504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A003C-C93C-AC73-8094-D99AEE103389}"/>
              </a:ext>
            </a:extLst>
          </p:cNvPr>
          <p:cNvSpPr>
            <a:spLocks noGrp="1"/>
          </p:cNvSpPr>
          <p:nvPr>
            <p:ph type="title"/>
          </p:nvPr>
        </p:nvSpPr>
        <p:spPr/>
        <p:txBody>
          <a:bodyPr/>
          <a:lstStyle/>
          <a:p>
            <a:r>
              <a:rPr lang="en-US" b="0" i="0" dirty="0">
                <a:solidFill>
                  <a:srgbClr val="333333"/>
                </a:solidFill>
                <a:effectLst/>
                <a:latin typeface="Verdana" panose="020B0604030504040204" pitchFamily="34" charset="0"/>
              </a:rPr>
              <a:t>To extend the capacity of the link you have two ways:</a:t>
            </a:r>
            <a:endParaRPr lang="en-US" dirty="0"/>
          </a:p>
        </p:txBody>
      </p:sp>
      <p:sp>
        <p:nvSpPr>
          <p:cNvPr id="3" name="Content Placeholder 2">
            <a:extLst>
              <a:ext uri="{FF2B5EF4-FFF2-40B4-BE49-F238E27FC236}">
                <a16:creationId xmlns:a16="http://schemas.microsoft.com/office/drawing/2014/main" id="{0E46FF58-A104-C5DB-210B-E7C66BEFD979}"/>
              </a:ext>
            </a:extLst>
          </p:cNvPr>
          <p:cNvSpPr>
            <a:spLocks noGrp="1"/>
          </p:cNvSpPr>
          <p:nvPr>
            <p:ph idx="1"/>
          </p:nvPr>
        </p:nvSpPr>
        <p:spPr/>
        <p:txBody>
          <a:bodyPr/>
          <a:lstStyle/>
          <a:p>
            <a:r>
              <a:rPr lang="en-US" b="0" i="0" dirty="0">
                <a:solidFill>
                  <a:srgbClr val="333333"/>
                </a:solidFill>
                <a:effectLst/>
                <a:latin typeface="Verdana" panose="020B0604030504040204" pitchFamily="34" charset="0"/>
              </a:rPr>
              <a:t> Buy two 1000Mbps (1Gbps) interfaces</a:t>
            </a:r>
          </a:p>
          <a:p>
            <a:r>
              <a:rPr lang="en-US" b="0" i="0" dirty="0">
                <a:solidFill>
                  <a:srgbClr val="333333"/>
                </a:solidFill>
                <a:effectLst/>
                <a:latin typeface="Verdana" panose="020B0604030504040204" pitchFamily="34" charset="0"/>
              </a:rPr>
              <a:t>Use EtherChannel technology to bundle them into a bigger link The first solution is expensive with the new hardware installed on the two switches. </a:t>
            </a:r>
          </a:p>
          <a:p>
            <a:r>
              <a:rPr lang="en-US" b="0" i="0" dirty="0">
                <a:solidFill>
                  <a:srgbClr val="333333"/>
                </a:solidFill>
                <a:effectLst/>
                <a:latin typeface="Verdana" panose="020B0604030504040204" pitchFamily="34" charset="0"/>
              </a:rPr>
              <a:t>By using EtherChannel you only need some more unused ports on your switches:</a:t>
            </a:r>
            <a:endParaRPr lang="en-US" dirty="0"/>
          </a:p>
        </p:txBody>
      </p:sp>
      <p:pic>
        <p:nvPicPr>
          <p:cNvPr id="4" name="Picture 3">
            <a:extLst>
              <a:ext uri="{FF2B5EF4-FFF2-40B4-BE49-F238E27FC236}">
                <a16:creationId xmlns:a16="http://schemas.microsoft.com/office/drawing/2014/main" id="{C9E81858-4513-5EBF-EFD7-AD5F158F8470}"/>
              </a:ext>
            </a:extLst>
          </p:cNvPr>
          <p:cNvPicPr>
            <a:picLocks noChangeAspect="1"/>
          </p:cNvPicPr>
          <p:nvPr/>
        </p:nvPicPr>
        <p:blipFill>
          <a:blip r:embed="rId2"/>
          <a:stretch>
            <a:fillRect/>
          </a:stretch>
        </p:blipFill>
        <p:spPr>
          <a:xfrm>
            <a:off x="2621005" y="4732357"/>
            <a:ext cx="6949989" cy="1579543"/>
          </a:xfrm>
          <a:prstGeom prst="rect">
            <a:avLst/>
          </a:prstGeom>
        </p:spPr>
      </p:pic>
    </p:spTree>
    <p:extLst>
      <p:ext uri="{BB962C8B-B14F-4D97-AF65-F5344CB8AC3E}">
        <p14:creationId xmlns:p14="http://schemas.microsoft.com/office/powerpoint/2010/main" val="1503807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E3695-E752-FFAB-8338-FADF2E2AA6E1}"/>
              </a:ext>
            </a:extLst>
          </p:cNvPr>
          <p:cNvSpPr>
            <a:spLocks noGrp="1"/>
          </p:cNvSpPr>
          <p:nvPr>
            <p:ph type="title"/>
          </p:nvPr>
        </p:nvSpPr>
        <p:spPr/>
        <p:txBody>
          <a:bodyPr/>
          <a:lstStyle/>
          <a:p>
            <a:r>
              <a:rPr lang="en-US" dirty="0"/>
              <a:t>How EtherChannel works</a:t>
            </a:r>
          </a:p>
        </p:txBody>
      </p:sp>
      <p:sp>
        <p:nvSpPr>
          <p:cNvPr id="3" name="Content Placeholder 2">
            <a:extLst>
              <a:ext uri="{FF2B5EF4-FFF2-40B4-BE49-F238E27FC236}">
                <a16:creationId xmlns:a16="http://schemas.microsoft.com/office/drawing/2014/main" id="{697BBE66-84DD-BBA1-A9CE-3C5261866B4C}"/>
              </a:ext>
            </a:extLst>
          </p:cNvPr>
          <p:cNvSpPr>
            <a:spLocks noGrp="1"/>
          </p:cNvSpPr>
          <p:nvPr>
            <p:ph idx="1"/>
          </p:nvPr>
        </p:nvSpPr>
        <p:spPr>
          <a:xfrm>
            <a:off x="838200" y="1312442"/>
            <a:ext cx="10515600" cy="4351338"/>
          </a:xfrm>
        </p:spPr>
        <p:txBody>
          <a:bodyPr>
            <a:normAutofit fontScale="92500" lnSpcReduction="10000"/>
          </a:bodyPr>
          <a:lstStyle/>
          <a:p>
            <a:r>
              <a:rPr lang="en-US" b="0" i="0" dirty="0">
                <a:solidFill>
                  <a:srgbClr val="333333"/>
                </a:solidFill>
                <a:effectLst/>
                <a:latin typeface="Verdana" panose="020B0604030504040204" pitchFamily="34" charset="0"/>
              </a:rPr>
              <a:t>EtherChannel bundles the physical links into one logical link with the combined bandwidth and it is awesome! STP sees this link as a single link so STP will not block any links! </a:t>
            </a:r>
          </a:p>
          <a:p>
            <a:r>
              <a:rPr lang="en-US" b="0" i="0" dirty="0">
                <a:solidFill>
                  <a:srgbClr val="333333"/>
                </a:solidFill>
                <a:effectLst/>
                <a:latin typeface="Verdana" panose="020B0604030504040204" pitchFamily="34" charset="0"/>
              </a:rPr>
              <a:t>EtherChannel also does load balancing among the links in the channel automatically. </a:t>
            </a:r>
          </a:p>
          <a:p>
            <a:r>
              <a:rPr lang="en-US" b="0" i="0" dirty="0">
                <a:solidFill>
                  <a:srgbClr val="333333"/>
                </a:solidFill>
                <a:effectLst/>
                <a:latin typeface="Verdana" panose="020B0604030504040204" pitchFamily="34" charset="0"/>
              </a:rPr>
              <a:t>If a link within the EtherChannel bundle fails, traffic previously carried over the failed link is carried over the remaining links within the EtherChannel. </a:t>
            </a:r>
          </a:p>
          <a:p>
            <a:r>
              <a:rPr lang="en-US" b="0" i="0" dirty="0">
                <a:solidFill>
                  <a:srgbClr val="333333"/>
                </a:solidFill>
                <a:effectLst/>
                <a:latin typeface="Verdana" panose="020B0604030504040204" pitchFamily="34" charset="0"/>
              </a:rPr>
              <a:t>If one of the links in the channel fails but at least one of the links is up, the logical link (EtherChannel link) remains up. EtherChannel also works well for router connections:</a:t>
            </a:r>
            <a:endParaRPr lang="en-US" dirty="0"/>
          </a:p>
        </p:txBody>
      </p:sp>
      <p:pic>
        <p:nvPicPr>
          <p:cNvPr id="4" name="Picture 3">
            <a:extLst>
              <a:ext uri="{FF2B5EF4-FFF2-40B4-BE49-F238E27FC236}">
                <a16:creationId xmlns:a16="http://schemas.microsoft.com/office/drawing/2014/main" id="{A1286E91-EF5A-90AE-DB9D-D43C6E30DF51}"/>
              </a:ext>
            </a:extLst>
          </p:cNvPr>
          <p:cNvPicPr>
            <a:picLocks noChangeAspect="1"/>
          </p:cNvPicPr>
          <p:nvPr/>
        </p:nvPicPr>
        <p:blipFill>
          <a:blip r:embed="rId2"/>
          <a:stretch>
            <a:fillRect/>
          </a:stretch>
        </p:blipFill>
        <p:spPr>
          <a:xfrm>
            <a:off x="3293706" y="5361464"/>
            <a:ext cx="5280572" cy="1403229"/>
          </a:xfrm>
          <a:prstGeom prst="rect">
            <a:avLst/>
          </a:prstGeom>
        </p:spPr>
      </p:pic>
    </p:spTree>
    <p:extLst>
      <p:ext uri="{BB962C8B-B14F-4D97-AF65-F5344CB8AC3E}">
        <p14:creationId xmlns:p14="http://schemas.microsoft.com/office/powerpoint/2010/main" val="2008824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6212F-F849-B453-F958-294010402C99}"/>
              </a:ext>
            </a:extLst>
          </p:cNvPr>
          <p:cNvSpPr>
            <a:spLocks noGrp="1"/>
          </p:cNvSpPr>
          <p:nvPr>
            <p:ph type="title"/>
          </p:nvPr>
        </p:nvSpPr>
        <p:spPr/>
        <p:txBody>
          <a:bodyPr/>
          <a:lstStyle/>
          <a:p>
            <a:r>
              <a:rPr lang="en-US" dirty="0"/>
              <a:t>Types of EtherChannel</a:t>
            </a:r>
          </a:p>
        </p:txBody>
      </p:sp>
      <p:sp>
        <p:nvSpPr>
          <p:cNvPr id="3" name="Content Placeholder 2">
            <a:extLst>
              <a:ext uri="{FF2B5EF4-FFF2-40B4-BE49-F238E27FC236}">
                <a16:creationId xmlns:a16="http://schemas.microsoft.com/office/drawing/2014/main" id="{68CD321D-E27D-02EB-5C2C-3A625960A60B}"/>
              </a:ext>
            </a:extLst>
          </p:cNvPr>
          <p:cNvSpPr>
            <a:spLocks noGrp="1"/>
          </p:cNvSpPr>
          <p:nvPr>
            <p:ph idx="1"/>
          </p:nvPr>
        </p:nvSpPr>
        <p:spPr/>
        <p:txBody>
          <a:bodyPr>
            <a:normAutofit fontScale="92500" lnSpcReduction="20000"/>
          </a:bodyPr>
          <a:lstStyle/>
          <a:p>
            <a:pPr algn="l"/>
            <a:r>
              <a:rPr lang="en-US" b="0" i="0" dirty="0">
                <a:solidFill>
                  <a:srgbClr val="333333"/>
                </a:solidFill>
                <a:effectLst/>
                <a:latin typeface="Verdana" panose="020B0604030504040204" pitchFamily="34" charset="0"/>
              </a:rPr>
              <a:t>When an EtherChannel is created, a logical interface will be created on the switches or routers representing for that EtherChannel. </a:t>
            </a:r>
          </a:p>
          <a:p>
            <a:pPr algn="l"/>
            <a:r>
              <a:rPr lang="en-US" b="0" i="0" dirty="0">
                <a:solidFill>
                  <a:srgbClr val="333333"/>
                </a:solidFill>
                <a:effectLst/>
                <a:latin typeface="Verdana" panose="020B0604030504040204" pitchFamily="34" charset="0"/>
              </a:rPr>
              <a:t>You can configure this logical interface in the way you want. For example, assign access/trunk mode on switches or assign IP address for the logical interface on routers…</a:t>
            </a:r>
          </a:p>
          <a:p>
            <a:pPr algn="l"/>
            <a:r>
              <a:rPr lang="en-US" b="0" i="0" dirty="0">
                <a:solidFill>
                  <a:srgbClr val="333333"/>
                </a:solidFill>
                <a:effectLst/>
                <a:latin typeface="Verdana" panose="020B0604030504040204" pitchFamily="34" charset="0"/>
              </a:rPr>
              <a:t>Note: </a:t>
            </a:r>
          </a:p>
          <a:p>
            <a:pPr lvl="1"/>
            <a:r>
              <a:rPr lang="en-US" b="0" i="0" dirty="0">
                <a:solidFill>
                  <a:srgbClr val="333333"/>
                </a:solidFill>
                <a:effectLst/>
                <a:latin typeface="Verdana" panose="020B0604030504040204" pitchFamily="34" charset="0"/>
              </a:rPr>
              <a:t>A maximum of 8 Fast Ethernet or 8 Gigabit Ethernet ports can be grouped together when forming an EtherChannel. </a:t>
            </a:r>
          </a:p>
          <a:p>
            <a:pPr lvl="1"/>
            <a:r>
              <a:rPr lang="en-US" b="0" i="0" dirty="0">
                <a:solidFill>
                  <a:srgbClr val="333333"/>
                </a:solidFill>
                <a:effectLst/>
                <a:latin typeface="Verdana" panose="020B0604030504040204" pitchFamily="34" charset="0"/>
              </a:rPr>
              <a:t>There are three mechanisms you can choose to configure EtherChannel:</a:t>
            </a:r>
            <a:br>
              <a:rPr lang="en-US" b="0" i="0" dirty="0">
                <a:solidFill>
                  <a:srgbClr val="333333"/>
                </a:solidFill>
                <a:effectLst/>
                <a:latin typeface="Verdana" panose="020B0604030504040204" pitchFamily="34" charset="0"/>
              </a:rPr>
            </a:br>
            <a:r>
              <a:rPr lang="en-US" b="0" i="0" dirty="0">
                <a:solidFill>
                  <a:srgbClr val="333333"/>
                </a:solidFill>
                <a:effectLst/>
                <a:latin typeface="Verdana" panose="020B0604030504040204" pitchFamily="34" charset="0"/>
              </a:rPr>
              <a:t>+ Port Aggregation Protocol (</a:t>
            </a:r>
            <a:r>
              <a:rPr lang="en-US" b="0" i="0" dirty="0" err="1">
                <a:solidFill>
                  <a:srgbClr val="333333"/>
                </a:solidFill>
                <a:effectLst/>
                <a:latin typeface="Verdana" panose="020B0604030504040204" pitchFamily="34" charset="0"/>
              </a:rPr>
              <a:t>PAgP</a:t>
            </a:r>
            <a:r>
              <a:rPr lang="en-US" b="0" i="0" dirty="0">
                <a:solidFill>
                  <a:srgbClr val="333333"/>
                </a:solidFill>
                <a:effectLst/>
                <a:latin typeface="Verdana" panose="020B0604030504040204" pitchFamily="34" charset="0"/>
              </a:rPr>
              <a:t>)</a:t>
            </a:r>
            <a:br>
              <a:rPr lang="en-US" b="0" i="0" dirty="0">
                <a:solidFill>
                  <a:srgbClr val="333333"/>
                </a:solidFill>
                <a:effectLst/>
                <a:latin typeface="Verdana" panose="020B0604030504040204" pitchFamily="34" charset="0"/>
              </a:rPr>
            </a:br>
            <a:r>
              <a:rPr lang="en-US" b="0" i="0" dirty="0">
                <a:solidFill>
                  <a:srgbClr val="333333"/>
                </a:solidFill>
                <a:effectLst/>
                <a:latin typeface="Verdana" panose="020B0604030504040204" pitchFamily="34" charset="0"/>
              </a:rPr>
              <a:t>+ Link Aggregation Control Protocol (LACP)</a:t>
            </a:r>
            <a:br>
              <a:rPr lang="en-US" b="0" i="0" dirty="0">
                <a:solidFill>
                  <a:srgbClr val="333333"/>
                </a:solidFill>
                <a:effectLst/>
                <a:latin typeface="Verdana" panose="020B0604030504040204" pitchFamily="34" charset="0"/>
              </a:rPr>
            </a:br>
            <a:r>
              <a:rPr lang="en-US" b="0" i="0" dirty="0">
                <a:solidFill>
                  <a:srgbClr val="333333"/>
                </a:solidFill>
                <a:effectLst/>
                <a:latin typeface="Verdana" panose="020B0604030504040204" pitchFamily="34" charset="0"/>
              </a:rPr>
              <a:t>+ Static (“On”)</a:t>
            </a:r>
          </a:p>
          <a:p>
            <a:endParaRPr lang="en-US" dirty="0"/>
          </a:p>
        </p:txBody>
      </p:sp>
    </p:spTree>
    <p:extLst>
      <p:ext uri="{BB962C8B-B14F-4D97-AF65-F5344CB8AC3E}">
        <p14:creationId xmlns:p14="http://schemas.microsoft.com/office/powerpoint/2010/main" val="2502092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70094-D557-8119-E106-16279A039871}"/>
              </a:ext>
            </a:extLst>
          </p:cNvPr>
          <p:cNvSpPr>
            <a:spLocks noGrp="1"/>
          </p:cNvSpPr>
          <p:nvPr>
            <p:ph type="title"/>
          </p:nvPr>
        </p:nvSpPr>
        <p:spPr/>
        <p:txBody>
          <a:bodyPr/>
          <a:lstStyle/>
          <a:p>
            <a:r>
              <a:rPr lang="en-US" dirty="0"/>
              <a:t>Types of EtherChannel…</a:t>
            </a:r>
          </a:p>
        </p:txBody>
      </p:sp>
      <p:sp>
        <p:nvSpPr>
          <p:cNvPr id="3" name="Content Placeholder 2">
            <a:extLst>
              <a:ext uri="{FF2B5EF4-FFF2-40B4-BE49-F238E27FC236}">
                <a16:creationId xmlns:a16="http://schemas.microsoft.com/office/drawing/2014/main" id="{7CDFE9CD-35CD-52A5-8BE7-ECFF25F55AB9}"/>
              </a:ext>
            </a:extLst>
          </p:cNvPr>
          <p:cNvSpPr>
            <a:spLocks noGrp="1"/>
          </p:cNvSpPr>
          <p:nvPr>
            <p:ph idx="1"/>
          </p:nvPr>
        </p:nvSpPr>
        <p:spPr/>
        <p:txBody>
          <a:bodyPr>
            <a:normAutofit fontScale="92500" lnSpcReduction="20000"/>
          </a:bodyPr>
          <a:lstStyle/>
          <a:p>
            <a:pPr algn="l"/>
            <a:r>
              <a:rPr lang="en-US" b="1" i="0" dirty="0">
                <a:solidFill>
                  <a:srgbClr val="333333"/>
                </a:solidFill>
                <a:effectLst/>
                <a:latin typeface="Verdana" panose="020B0604030504040204" pitchFamily="34" charset="0"/>
              </a:rPr>
              <a:t>LACP is the IEEE Standard</a:t>
            </a:r>
            <a:r>
              <a:rPr lang="en-US" b="0" i="0" dirty="0">
                <a:solidFill>
                  <a:srgbClr val="333333"/>
                </a:solidFill>
                <a:effectLst/>
                <a:latin typeface="Verdana" panose="020B0604030504040204" pitchFamily="34" charset="0"/>
              </a:rPr>
              <a:t> (IEEE 802.3ad) and is the most common dynamic ether-channel protocol, whereas </a:t>
            </a:r>
            <a:r>
              <a:rPr lang="en-US" b="1" i="0" dirty="0" err="1">
                <a:solidFill>
                  <a:srgbClr val="333333"/>
                </a:solidFill>
                <a:effectLst/>
                <a:latin typeface="Verdana" panose="020B0604030504040204" pitchFamily="34" charset="0"/>
              </a:rPr>
              <a:t>PAgP</a:t>
            </a:r>
            <a:r>
              <a:rPr lang="en-US" b="1" i="0" dirty="0">
                <a:solidFill>
                  <a:srgbClr val="333333"/>
                </a:solidFill>
                <a:effectLst/>
                <a:latin typeface="Verdana" panose="020B0604030504040204" pitchFamily="34" charset="0"/>
              </a:rPr>
              <a:t> is a Cisco proprietary</a:t>
            </a:r>
            <a:r>
              <a:rPr lang="en-US" b="0" i="0" dirty="0">
                <a:solidFill>
                  <a:srgbClr val="333333"/>
                </a:solidFill>
                <a:effectLst/>
                <a:latin typeface="Verdana" panose="020B0604030504040204" pitchFamily="34" charset="0"/>
              </a:rPr>
              <a:t> protocol and works only between supported vendors and Cisco devices. </a:t>
            </a:r>
          </a:p>
          <a:p>
            <a:pPr algn="l"/>
            <a:r>
              <a:rPr lang="en-US" b="0" i="0" dirty="0">
                <a:solidFill>
                  <a:srgbClr val="333333"/>
                </a:solidFill>
                <a:effectLst/>
                <a:latin typeface="Verdana" panose="020B0604030504040204" pitchFamily="34" charset="0"/>
              </a:rPr>
              <a:t>All ports in an EtherChannel must use the same protocol; you cannot run two protocols on two ends. In other words, </a:t>
            </a:r>
            <a:r>
              <a:rPr lang="en-US" b="0" i="0" dirty="0" err="1">
                <a:solidFill>
                  <a:srgbClr val="333333"/>
                </a:solidFill>
                <a:effectLst/>
                <a:latin typeface="Verdana" panose="020B0604030504040204" pitchFamily="34" charset="0"/>
              </a:rPr>
              <a:t>PAgP</a:t>
            </a:r>
            <a:r>
              <a:rPr lang="en-US" b="0" i="0" dirty="0">
                <a:solidFill>
                  <a:srgbClr val="333333"/>
                </a:solidFill>
                <a:effectLst/>
                <a:latin typeface="Verdana" panose="020B0604030504040204" pitchFamily="34" charset="0"/>
              </a:rPr>
              <a:t> and LACP are not compatible so both ends of a channel must use the same protocol.</a:t>
            </a:r>
          </a:p>
          <a:p>
            <a:pPr algn="l"/>
            <a:r>
              <a:rPr lang="en-US" b="0" i="0" dirty="0">
                <a:solidFill>
                  <a:srgbClr val="333333"/>
                </a:solidFill>
                <a:effectLst/>
                <a:latin typeface="Verdana" panose="020B0604030504040204" pitchFamily="34" charset="0"/>
              </a:rPr>
              <a:t>The Static Persistence (or “on” mode) bundles the links unconditionally and no negotiation protocol is used. In this mode, neither </a:t>
            </a:r>
            <a:r>
              <a:rPr lang="en-US" b="0" i="0" dirty="0" err="1">
                <a:solidFill>
                  <a:srgbClr val="333333"/>
                </a:solidFill>
                <a:effectLst/>
                <a:latin typeface="Verdana" panose="020B0604030504040204" pitchFamily="34" charset="0"/>
              </a:rPr>
              <a:t>PAgP</a:t>
            </a:r>
            <a:r>
              <a:rPr lang="en-US" b="0" i="0" dirty="0">
                <a:solidFill>
                  <a:srgbClr val="333333"/>
                </a:solidFill>
                <a:effectLst/>
                <a:latin typeface="Verdana" panose="020B0604030504040204" pitchFamily="34" charset="0"/>
              </a:rPr>
              <a:t> nor LACP packets are sent or received. (Reference: http://www.cisco.com/en/US/tech/tk389/tk213/technologies_tech_note09186a0080094714.shtml)</a:t>
            </a:r>
          </a:p>
          <a:p>
            <a:endParaRPr lang="en-US" dirty="0"/>
          </a:p>
        </p:txBody>
      </p:sp>
    </p:spTree>
    <p:extLst>
      <p:ext uri="{BB962C8B-B14F-4D97-AF65-F5344CB8AC3E}">
        <p14:creationId xmlns:p14="http://schemas.microsoft.com/office/powerpoint/2010/main" val="1760500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D926B-D688-DE12-C26E-CA641F6D308F}"/>
              </a:ext>
            </a:extLst>
          </p:cNvPr>
          <p:cNvSpPr>
            <a:spLocks noGrp="1"/>
          </p:cNvSpPr>
          <p:nvPr>
            <p:ph type="title"/>
          </p:nvPr>
        </p:nvSpPr>
        <p:spPr/>
        <p:txBody>
          <a:bodyPr/>
          <a:lstStyle/>
          <a:p>
            <a:r>
              <a:rPr lang="en-US" b="1" i="0" dirty="0">
                <a:solidFill>
                  <a:srgbClr val="3333CC"/>
                </a:solidFill>
                <a:effectLst/>
                <a:latin typeface="Verdana" panose="020B0604030504040204" pitchFamily="34" charset="0"/>
              </a:rPr>
              <a:t>Port Aggregation Protocol (</a:t>
            </a:r>
            <a:r>
              <a:rPr lang="en-US" b="1" i="0" dirty="0" err="1">
                <a:solidFill>
                  <a:srgbClr val="3333CC"/>
                </a:solidFill>
                <a:effectLst/>
                <a:latin typeface="Verdana" panose="020B0604030504040204" pitchFamily="34" charset="0"/>
              </a:rPr>
              <a:t>PAgP</a:t>
            </a:r>
            <a:r>
              <a:rPr lang="en-US" b="1" i="0" dirty="0">
                <a:solidFill>
                  <a:srgbClr val="3333CC"/>
                </a:solidFill>
                <a:effectLst/>
                <a:latin typeface="Verdana" panose="020B0604030504040204" pitchFamily="34" charset="0"/>
              </a:rPr>
              <a:t>)</a:t>
            </a:r>
            <a:endParaRPr lang="en-US" dirty="0"/>
          </a:p>
        </p:txBody>
      </p:sp>
      <p:sp>
        <p:nvSpPr>
          <p:cNvPr id="3" name="Content Placeholder 2">
            <a:extLst>
              <a:ext uri="{FF2B5EF4-FFF2-40B4-BE49-F238E27FC236}">
                <a16:creationId xmlns:a16="http://schemas.microsoft.com/office/drawing/2014/main" id="{79FE5D36-3BEF-CD93-F74B-43EF3962CBF4}"/>
              </a:ext>
            </a:extLst>
          </p:cNvPr>
          <p:cNvSpPr>
            <a:spLocks noGrp="1"/>
          </p:cNvSpPr>
          <p:nvPr>
            <p:ph idx="1"/>
          </p:nvPr>
        </p:nvSpPr>
        <p:spPr/>
        <p:txBody>
          <a:bodyPr/>
          <a:lstStyle/>
          <a:p>
            <a:r>
              <a:rPr lang="en-US" b="0" i="0" dirty="0" err="1">
                <a:solidFill>
                  <a:srgbClr val="333333"/>
                </a:solidFill>
                <a:effectLst/>
                <a:latin typeface="Verdana" panose="020B0604030504040204" pitchFamily="34" charset="0"/>
              </a:rPr>
              <a:t>PAgP</a:t>
            </a:r>
            <a:r>
              <a:rPr lang="en-US" b="0" i="0" dirty="0">
                <a:solidFill>
                  <a:srgbClr val="333333"/>
                </a:solidFill>
                <a:effectLst/>
                <a:latin typeface="Verdana" panose="020B0604030504040204" pitchFamily="34" charset="0"/>
              </a:rPr>
              <a:t> dynamically negotiates the formation of a channel. There are two </a:t>
            </a:r>
            <a:r>
              <a:rPr lang="en-US" b="0" i="0" dirty="0" err="1">
                <a:solidFill>
                  <a:srgbClr val="333333"/>
                </a:solidFill>
                <a:effectLst/>
                <a:latin typeface="Verdana" panose="020B0604030504040204" pitchFamily="34" charset="0"/>
              </a:rPr>
              <a:t>PAgP</a:t>
            </a:r>
            <a:r>
              <a:rPr lang="en-US" b="0" i="0" dirty="0">
                <a:solidFill>
                  <a:srgbClr val="333333"/>
                </a:solidFill>
                <a:effectLst/>
                <a:latin typeface="Verdana" panose="020B0604030504040204" pitchFamily="34" charset="0"/>
              </a:rPr>
              <a:t> modes:</a:t>
            </a:r>
          </a:p>
          <a:p>
            <a:endParaRPr lang="en-US" dirty="0">
              <a:solidFill>
                <a:srgbClr val="333333"/>
              </a:solidFill>
              <a:latin typeface="Verdana" panose="020B0604030504040204" pitchFamily="34" charset="0"/>
            </a:endParaRPr>
          </a:p>
          <a:p>
            <a:endParaRPr lang="en-US" b="0" i="0" dirty="0">
              <a:solidFill>
                <a:srgbClr val="333333"/>
              </a:solidFill>
              <a:effectLst/>
              <a:latin typeface="Verdana" panose="020B0604030504040204" pitchFamily="34" charset="0"/>
            </a:endParaRPr>
          </a:p>
          <a:p>
            <a:r>
              <a:rPr lang="en-US" b="0" i="0" dirty="0">
                <a:solidFill>
                  <a:srgbClr val="333333"/>
                </a:solidFill>
                <a:effectLst/>
                <a:latin typeface="Verdana" panose="020B0604030504040204" pitchFamily="34" charset="0"/>
              </a:rPr>
              <a:t>The table below lists if an EtherChannel will be formed or not for </a:t>
            </a:r>
            <a:r>
              <a:rPr lang="en-US" b="0" i="0" dirty="0" err="1">
                <a:solidFill>
                  <a:srgbClr val="333333"/>
                </a:solidFill>
                <a:effectLst/>
                <a:latin typeface="Verdana" panose="020B0604030504040204" pitchFamily="34" charset="0"/>
              </a:rPr>
              <a:t>PAgP</a:t>
            </a:r>
            <a:r>
              <a:rPr lang="en-US" b="0" i="0" dirty="0">
                <a:solidFill>
                  <a:srgbClr val="333333"/>
                </a:solidFill>
                <a:effectLst/>
                <a:latin typeface="Verdana" panose="020B0604030504040204" pitchFamily="34" charset="0"/>
              </a:rPr>
              <a:t>:</a:t>
            </a:r>
          </a:p>
          <a:p>
            <a:endParaRPr lang="en-US" dirty="0"/>
          </a:p>
        </p:txBody>
      </p:sp>
      <p:pic>
        <p:nvPicPr>
          <p:cNvPr id="5" name="Picture 4">
            <a:extLst>
              <a:ext uri="{FF2B5EF4-FFF2-40B4-BE49-F238E27FC236}">
                <a16:creationId xmlns:a16="http://schemas.microsoft.com/office/drawing/2014/main" id="{CACE63A7-8134-2195-52D0-DEE93856F79A}"/>
              </a:ext>
            </a:extLst>
          </p:cNvPr>
          <p:cNvPicPr>
            <a:picLocks noChangeAspect="1"/>
          </p:cNvPicPr>
          <p:nvPr/>
        </p:nvPicPr>
        <p:blipFill>
          <a:blip r:embed="rId2"/>
          <a:stretch>
            <a:fillRect/>
          </a:stretch>
        </p:blipFill>
        <p:spPr>
          <a:xfrm>
            <a:off x="1090126" y="2645617"/>
            <a:ext cx="9720671" cy="1095958"/>
          </a:xfrm>
          <a:prstGeom prst="rect">
            <a:avLst/>
          </a:prstGeom>
        </p:spPr>
      </p:pic>
      <p:pic>
        <p:nvPicPr>
          <p:cNvPr id="7" name="Picture 6">
            <a:extLst>
              <a:ext uri="{FF2B5EF4-FFF2-40B4-BE49-F238E27FC236}">
                <a16:creationId xmlns:a16="http://schemas.microsoft.com/office/drawing/2014/main" id="{0F09BAFB-FC3B-837F-0F7D-778954729FB3}"/>
              </a:ext>
            </a:extLst>
          </p:cNvPr>
          <p:cNvPicPr>
            <a:picLocks noChangeAspect="1"/>
          </p:cNvPicPr>
          <p:nvPr/>
        </p:nvPicPr>
        <p:blipFill>
          <a:blip r:embed="rId3"/>
          <a:stretch>
            <a:fillRect/>
          </a:stretch>
        </p:blipFill>
        <p:spPr>
          <a:xfrm>
            <a:off x="3143637" y="4588425"/>
            <a:ext cx="4936373" cy="1723475"/>
          </a:xfrm>
          <a:prstGeom prst="rect">
            <a:avLst/>
          </a:prstGeom>
        </p:spPr>
      </p:pic>
    </p:spTree>
    <p:extLst>
      <p:ext uri="{BB962C8B-B14F-4D97-AF65-F5344CB8AC3E}">
        <p14:creationId xmlns:p14="http://schemas.microsoft.com/office/powerpoint/2010/main" val="1324155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BBD68-5494-13E4-77AF-DFACE84E21E4}"/>
              </a:ext>
            </a:extLst>
          </p:cNvPr>
          <p:cNvSpPr>
            <a:spLocks noGrp="1"/>
          </p:cNvSpPr>
          <p:nvPr>
            <p:ph type="title"/>
          </p:nvPr>
        </p:nvSpPr>
        <p:spPr/>
        <p:txBody>
          <a:bodyPr/>
          <a:lstStyle/>
          <a:p>
            <a:r>
              <a:rPr lang="en-US" b="1" i="0" dirty="0">
                <a:solidFill>
                  <a:srgbClr val="3333CC"/>
                </a:solidFill>
                <a:effectLst/>
                <a:latin typeface="Verdana" panose="020B0604030504040204" pitchFamily="34" charset="0"/>
              </a:rPr>
              <a:t>Link Aggregation Protocol (LACP)</a:t>
            </a:r>
            <a:endParaRPr lang="en-US" dirty="0"/>
          </a:p>
        </p:txBody>
      </p:sp>
      <p:sp>
        <p:nvSpPr>
          <p:cNvPr id="3" name="Content Placeholder 2">
            <a:extLst>
              <a:ext uri="{FF2B5EF4-FFF2-40B4-BE49-F238E27FC236}">
                <a16:creationId xmlns:a16="http://schemas.microsoft.com/office/drawing/2014/main" id="{0246B423-CE6D-C2E9-580A-E332900957C8}"/>
              </a:ext>
            </a:extLst>
          </p:cNvPr>
          <p:cNvSpPr>
            <a:spLocks noGrp="1"/>
          </p:cNvSpPr>
          <p:nvPr>
            <p:ph idx="1"/>
          </p:nvPr>
        </p:nvSpPr>
        <p:spPr/>
        <p:txBody>
          <a:bodyPr/>
          <a:lstStyle/>
          <a:p>
            <a:r>
              <a:rPr lang="en-US" b="0" i="0" dirty="0">
                <a:solidFill>
                  <a:srgbClr val="333333"/>
                </a:solidFill>
                <a:effectLst/>
                <a:latin typeface="Verdana" panose="020B0604030504040204" pitchFamily="34" charset="0"/>
              </a:rPr>
              <a:t>LACP also dynamically negotiates the formation of a channel. There are two LACP modes:</a:t>
            </a:r>
          </a:p>
          <a:p>
            <a:endParaRPr lang="en-US" dirty="0">
              <a:solidFill>
                <a:srgbClr val="333333"/>
              </a:solidFill>
              <a:latin typeface="Verdana" panose="020B0604030504040204" pitchFamily="34" charset="0"/>
            </a:endParaRPr>
          </a:p>
          <a:p>
            <a:endParaRPr lang="en-US" dirty="0">
              <a:solidFill>
                <a:srgbClr val="333333"/>
              </a:solidFill>
              <a:latin typeface="Verdana" panose="020B0604030504040204" pitchFamily="34" charset="0"/>
            </a:endParaRPr>
          </a:p>
          <a:p>
            <a:endParaRPr lang="en-US" dirty="0">
              <a:solidFill>
                <a:srgbClr val="333333"/>
              </a:solidFill>
              <a:latin typeface="Verdana" panose="020B0604030504040204" pitchFamily="34" charset="0"/>
            </a:endParaRPr>
          </a:p>
          <a:p>
            <a:r>
              <a:rPr lang="en-US" b="0" i="0" dirty="0">
                <a:solidFill>
                  <a:srgbClr val="333333"/>
                </a:solidFill>
                <a:effectLst/>
                <a:latin typeface="Verdana" panose="020B0604030504040204" pitchFamily="34" charset="0"/>
              </a:rPr>
              <a:t>The table below lists if an EtherChannel will be formed or not for LACP:</a:t>
            </a:r>
            <a:endParaRPr lang="en-US" dirty="0"/>
          </a:p>
        </p:txBody>
      </p:sp>
      <p:pic>
        <p:nvPicPr>
          <p:cNvPr id="5" name="Picture 4">
            <a:extLst>
              <a:ext uri="{FF2B5EF4-FFF2-40B4-BE49-F238E27FC236}">
                <a16:creationId xmlns:a16="http://schemas.microsoft.com/office/drawing/2014/main" id="{8E240A21-847D-F048-7CAC-8722A2EA188D}"/>
              </a:ext>
            </a:extLst>
          </p:cNvPr>
          <p:cNvPicPr>
            <a:picLocks noChangeAspect="1"/>
          </p:cNvPicPr>
          <p:nvPr/>
        </p:nvPicPr>
        <p:blipFill>
          <a:blip r:embed="rId2"/>
          <a:stretch>
            <a:fillRect/>
          </a:stretch>
        </p:blipFill>
        <p:spPr>
          <a:xfrm>
            <a:off x="1300820" y="2817842"/>
            <a:ext cx="9672331" cy="1101012"/>
          </a:xfrm>
          <a:prstGeom prst="rect">
            <a:avLst/>
          </a:prstGeom>
        </p:spPr>
      </p:pic>
      <p:pic>
        <p:nvPicPr>
          <p:cNvPr id="7" name="Picture 6">
            <a:extLst>
              <a:ext uri="{FF2B5EF4-FFF2-40B4-BE49-F238E27FC236}">
                <a16:creationId xmlns:a16="http://schemas.microsoft.com/office/drawing/2014/main" id="{58F74027-75DE-93E4-2C3A-8E637F9EA47D}"/>
              </a:ext>
            </a:extLst>
          </p:cNvPr>
          <p:cNvPicPr>
            <a:picLocks noChangeAspect="1"/>
          </p:cNvPicPr>
          <p:nvPr/>
        </p:nvPicPr>
        <p:blipFill>
          <a:blip r:embed="rId3"/>
          <a:stretch>
            <a:fillRect/>
          </a:stretch>
        </p:blipFill>
        <p:spPr>
          <a:xfrm>
            <a:off x="3896405" y="5050175"/>
            <a:ext cx="3782690" cy="1442700"/>
          </a:xfrm>
          <a:prstGeom prst="rect">
            <a:avLst/>
          </a:prstGeom>
        </p:spPr>
      </p:pic>
    </p:spTree>
    <p:extLst>
      <p:ext uri="{BB962C8B-B14F-4D97-AF65-F5344CB8AC3E}">
        <p14:creationId xmlns:p14="http://schemas.microsoft.com/office/powerpoint/2010/main" val="84368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54CDF-F591-365A-C969-57FDA1235892}"/>
              </a:ext>
            </a:extLst>
          </p:cNvPr>
          <p:cNvSpPr>
            <a:spLocks noGrp="1"/>
          </p:cNvSpPr>
          <p:nvPr>
            <p:ph type="title"/>
          </p:nvPr>
        </p:nvSpPr>
        <p:spPr/>
        <p:txBody>
          <a:bodyPr/>
          <a:lstStyle/>
          <a:p>
            <a:r>
              <a:rPr lang="en-US" b="1" i="0" dirty="0">
                <a:solidFill>
                  <a:srgbClr val="3333CC"/>
                </a:solidFill>
                <a:effectLst/>
                <a:latin typeface="Verdana" panose="020B0604030504040204" pitchFamily="34" charset="0"/>
              </a:rPr>
              <a:t>Static (“On”)</a:t>
            </a:r>
            <a:endParaRPr lang="en-US" dirty="0"/>
          </a:p>
        </p:txBody>
      </p:sp>
      <p:sp>
        <p:nvSpPr>
          <p:cNvPr id="3" name="Content Placeholder 2">
            <a:extLst>
              <a:ext uri="{FF2B5EF4-FFF2-40B4-BE49-F238E27FC236}">
                <a16:creationId xmlns:a16="http://schemas.microsoft.com/office/drawing/2014/main" id="{CE94E981-260E-8BFA-CB09-FFF05FBCC5B0}"/>
              </a:ext>
            </a:extLst>
          </p:cNvPr>
          <p:cNvSpPr>
            <a:spLocks noGrp="1"/>
          </p:cNvSpPr>
          <p:nvPr>
            <p:ph idx="1"/>
          </p:nvPr>
        </p:nvSpPr>
        <p:spPr>
          <a:xfrm>
            <a:off x="838200" y="1710211"/>
            <a:ext cx="10515600" cy="4351338"/>
          </a:xfrm>
        </p:spPr>
        <p:txBody>
          <a:bodyPr>
            <a:normAutofit fontScale="77500" lnSpcReduction="20000"/>
          </a:bodyPr>
          <a:lstStyle/>
          <a:p>
            <a:r>
              <a:rPr lang="en-US" b="0" i="0" dirty="0">
                <a:solidFill>
                  <a:srgbClr val="333333"/>
                </a:solidFill>
                <a:effectLst/>
                <a:latin typeface="Verdana" panose="020B0604030504040204" pitchFamily="34" charset="0"/>
              </a:rPr>
              <a:t>In this mode, no negotiation is needed. The interfaces become members of the EtherChannel immediately. </a:t>
            </a:r>
          </a:p>
          <a:p>
            <a:r>
              <a:rPr lang="en-US" b="0" i="0" dirty="0">
                <a:solidFill>
                  <a:srgbClr val="333333"/>
                </a:solidFill>
                <a:effectLst/>
                <a:latin typeface="Verdana" panose="020B0604030504040204" pitchFamily="34" charset="0"/>
              </a:rPr>
              <a:t>When using this mode make sure the other end must use this mode too because they will not check if port parameters match. </a:t>
            </a:r>
          </a:p>
          <a:p>
            <a:r>
              <a:rPr lang="en-US" b="0" i="0" dirty="0">
                <a:solidFill>
                  <a:srgbClr val="333333"/>
                </a:solidFill>
                <a:effectLst/>
                <a:latin typeface="Verdana" panose="020B0604030504040204" pitchFamily="34" charset="0"/>
              </a:rPr>
              <a:t>Otherwise the EtherChannel would not come up and may cause some troubles (like loop…). </a:t>
            </a:r>
          </a:p>
          <a:p>
            <a:r>
              <a:rPr lang="en-US" b="0" i="0" dirty="0">
                <a:solidFill>
                  <a:srgbClr val="333333"/>
                </a:solidFill>
                <a:effectLst/>
                <a:latin typeface="Verdana" panose="020B0604030504040204" pitchFamily="34" charset="0"/>
              </a:rPr>
              <a:t>Note: All interfaces in an EtherChannel must be configured identically to form an EtherChannel. Specific settings that must be identical include:</a:t>
            </a:r>
            <a:br>
              <a:rPr lang="en-US" dirty="0"/>
            </a:br>
            <a:r>
              <a:rPr lang="en-US" b="0" i="0" dirty="0">
                <a:solidFill>
                  <a:srgbClr val="333333"/>
                </a:solidFill>
                <a:effectLst/>
                <a:latin typeface="Verdana" panose="020B0604030504040204" pitchFamily="34" charset="0"/>
              </a:rPr>
              <a:t>+ Speed settings</a:t>
            </a:r>
            <a:br>
              <a:rPr lang="en-US" dirty="0"/>
            </a:br>
            <a:r>
              <a:rPr lang="en-US" b="0" i="0" dirty="0">
                <a:solidFill>
                  <a:srgbClr val="333333"/>
                </a:solidFill>
                <a:effectLst/>
                <a:latin typeface="Verdana" panose="020B0604030504040204" pitchFamily="34" charset="0"/>
              </a:rPr>
              <a:t>+ Duplex settings</a:t>
            </a:r>
            <a:br>
              <a:rPr lang="en-US" dirty="0"/>
            </a:br>
            <a:r>
              <a:rPr lang="en-US" b="0" i="0" dirty="0">
                <a:solidFill>
                  <a:srgbClr val="333333"/>
                </a:solidFill>
                <a:effectLst/>
                <a:latin typeface="Verdana" panose="020B0604030504040204" pitchFamily="34" charset="0"/>
              </a:rPr>
              <a:t>+ STP settings</a:t>
            </a:r>
            <a:br>
              <a:rPr lang="en-US" dirty="0"/>
            </a:br>
            <a:r>
              <a:rPr lang="en-US" b="0" i="0" dirty="0">
                <a:solidFill>
                  <a:srgbClr val="333333"/>
                </a:solidFill>
                <a:effectLst/>
                <a:latin typeface="Verdana" panose="020B0604030504040204" pitchFamily="34" charset="0"/>
              </a:rPr>
              <a:t>+ VLAN membership (for access ports)</a:t>
            </a:r>
            <a:br>
              <a:rPr lang="en-US" dirty="0"/>
            </a:br>
            <a:r>
              <a:rPr lang="en-US" b="0" i="0" dirty="0">
                <a:solidFill>
                  <a:srgbClr val="333333"/>
                </a:solidFill>
                <a:effectLst/>
                <a:latin typeface="Verdana" panose="020B0604030504040204" pitchFamily="34" charset="0"/>
              </a:rPr>
              <a:t>+ Native VLAN (for trunk ports)</a:t>
            </a:r>
            <a:br>
              <a:rPr lang="en-US" dirty="0"/>
            </a:br>
            <a:r>
              <a:rPr lang="en-US" b="0" i="0" dirty="0">
                <a:solidFill>
                  <a:srgbClr val="333333"/>
                </a:solidFill>
                <a:effectLst/>
                <a:latin typeface="Verdana" panose="020B0604030504040204" pitchFamily="34" charset="0"/>
              </a:rPr>
              <a:t>+ Allowed VLANs (for trunk ports)</a:t>
            </a:r>
            <a:br>
              <a:rPr lang="en-US" dirty="0"/>
            </a:b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Trunking</a:t>
            </a:r>
            <a:r>
              <a:rPr lang="en-US" b="0" i="0" dirty="0">
                <a:solidFill>
                  <a:srgbClr val="333333"/>
                </a:solidFill>
                <a:effectLst/>
                <a:latin typeface="Verdana" panose="020B0604030504040204" pitchFamily="34" charset="0"/>
              </a:rPr>
              <a:t> Encapsulation (ISL or 802.1Q, for trunk ports)</a:t>
            </a:r>
            <a:endParaRPr lang="en-US" dirty="0"/>
          </a:p>
        </p:txBody>
      </p:sp>
    </p:spTree>
    <p:extLst>
      <p:ext uri="{BB962C8B-B14F-4D97-AF65-F5344CB8AC3E}">
        <p14:creationId xmlns:p14="http://schemas.microsoft.com/office/powerpoint/2010/main" val="1564492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28AE-BA5E-22DB-38EE-EE5714421AA6}"/>
              </a:ext>
            </a:extLst>
          </p:cNvPr>
          <p:cNvSpPr>
            <a:spLocks noGrp="1"/>
          </p:cNvSpPr>
          <p:nvPr>
            <p:ph type="title"/>
          </p:nvPr>
        </p:nvSpPr>
        <p:spPr/>
        <p:txBody>
          <a:bodyPr/>
          <a:lstStyle/>
          <a:p>
            <a:r>
              <a:rPr lang="en-US" b="1" i="0" dirty="0">
                <a:solidFill>
                  <a:srgbClr val="3333CC"/>
                </a:solidFill>
                <a:effectLst/>
                <a:latin typeface="Verdana" panose="020B0604030504040204" pitchFamily="34" charset="0"/>
              </a:rPr>
              <a:t>EtherChannel Configuration</a:t>
            </a:r>
            <a:endParaRPr lang="en-US" dirty="0"/>
          </a:p>
        </p:txBody>
      </p:sp>
      <p:sp>
        <p:nvSpPr>
          <p:cNvPr id="3" name="Content Placeholder 2">
            <a:extLst>
              <a:ext uri="{FF2B5EF4-FFF2-40B4-BE49-F238E27FC236}">
                <a16:creationId xmlns:a16="http://schemas.microsoft.com/office/drawing/2014/main" id="{4DF0BF38-FFFD-1D8C-E5DD-374207EC0193}"/>
              </a:ext>
            </a:extLst>
          </p:cNvPr>
          <p:cNvSpPr>
            <a:spLocks noGrp="1"/>
          </p:cNvSpPr>
          <p:nvPr>
            <p:ph idx="1"/>
          </p:nvPr>
        </p:nvSpPr>
        <p:spPr/>
        <p:txBody>
          <a:bodyPr>
            <a:normAutofit/>
          </a:bodyPr>
          <a:lstStyle/>
          <a:p>
            <a:r>
              <a:rPr lang="en-US" sz="2200" b="0" i="0" dirty="0">
                <a:solidFill>
                  <a:srgbClr val="333333"/>
                </a:solidFill>
                <a:effectLst/>
                <a:latin typeface="Verdana" panose="020B0604030504040204" pitchFamily="34" charset="0"/>
              </a:rPr>
              <a:t>To assign and configure an EtherChannel interface to an EtherChannel group, use the </a:t>
            </a:r>
            <a:r>
              <a:rPr lang="en-US" sz="2200" b="1" i="0" dirty="0">
                <a:solidFill>
                  <a:srgbClr val="333333"/>
                </a:solidFill>
                <a:effectLst/>
                <a:latin typeface="Verdana" panose="020B0604030504040204" pitchFamily="34" charset="0"/>
              </a:rPr>
              <a:t>channel-group</a:t>
            </a:r>
            <a:r>
              <a:rPr lang="en-US" sz="2200" b="0" i="0" dirty="0">
                <a:solidFill>
                  <a:srgbClr val="333333"/>
                </a:solidFill>
                <a:effectLst/>
                <a:latin typeface="Verdana" panose="020B0604030504040204" pitchFamily="34" charset="0"/>
              </a:rPr>
              <a:t> command in interface mode: </a:t>
            </a:r>
          </a:p>
          <a:p>
            <a:r>
              <a:rPr lang="en-US" sz="2200" b="1" i="0" dirty="0">
                <a:solidFill>
                  <a:srgbClr val="333333"/>
                </a:solidFill>
                <a:effectLst/>
                <a:latin typeface="Verdana" panose="020B0604030504040204" pitchFamily="34" charset="0"/>
              </a:rPr>
              <a:t>channel-group</a:t>
            </a:r>
            <a:r>
              <a:rPr lang="en-US" sz="2200" b="0" i="0" dirty="0">
                <a:solidFill>
                  <a:srgbClr val="333333"/>
                </a:solidFill>
                <a:effectLst/>
                <a:latin typeface="Verdana" panose="020B0604030504040204" pitchFamily="34" charset="0"/>
              </a:rPr>
              <a:t> </a:t>
            </a:r>
            <a:r>
              <a:rPr lang="en-US" sz="2200" b="0" i="1" dirty="0">
                <a:solidFill>
                  <a:srgbClr val="333333"/>
                </a:solidFill>
                <a:effectLst/>
                <a:latin typeface="Verdana" panose="020B0604030504040204" pitchFamily="34" charset="0"/>
              </a:rPr>
              <a:t>number</a:t>
            </a:r>
            <a:r>
              <a:rPr lang="en-US" sz="2200" b="0" i="0" dirty="0">
                <a:solidFill>
                  <a:srgbClr val="333333"/>
                </a:solidFill>
                <a:effectLst/>
                <a:latin typeface="Verdana" panose="020B0604030504040204" pitchFamily="34" charset="0"/>
              </a:rPr>
              <a:t> </a:t>
            </a:r>
            <a:r>
              <a:rPr lang="en-US" sz="2200" b="1" i="0" dirty="0">
                <a:solidFill>
                  <a:srgbClr val="333333"/>
                </a:solidFill>
                <a:effectLst/>
                <a:latin typeface="Verdana" panose="020B0604030504040204" pitchFamily="34" charset="0"/>
              </a:rPr>
              <a:t>mode</a:t>
            </a:r>
            <a:r>
              <a:rPr lang="en-US" sz="2200" b="0" i="0" dirty="0">
                <a:solidFill>
                  <a:srgbClr val="333333"/>
                </a:solidFill>
                <a:effectLst/>
                <a:latin typeface="Verdana" panose="020B0604030504040204" pitchFamily="34" charset="0"/>
              </a:rPr>
              <a:t> { active | on | {auto [non-silent]} | {desirable [non-silent]} | passive}</a:t>
            </a:r>
            <a:endParaRPr lang="en-US" sz="2200" dirty="0"/>
          </a:p>
          <a:p>
            <a:r>
              <a:rPr lang="en-US" sz="2200" b="0" i="0" dirty="0">
                <a:solidFill>
                  <a:srgbClr val="333333"/>
                </a:solidFill>
                <a:effectLst/>
                <a:latin typeface="Verdana" panose="020B0604030504040204" pitchFamily="34" charset="0"/>
              </a:rPr>
              <a:t>For example we will create channel-group number 1:</a:t>
            </a:r>
            <a:endParaRPr lang="en-US" sz="2200" dirty="0"/>
          </a:p>
        </p:txBody>
      </p:sp>
      <p:pic>
        <p:nvPicPr>
          <p:cNvPr id="5" name="Picture 4">
            <a:extLst>
              <a:ext uri="{FF2B5EF4-FFF2-40B4-BE49-F238E27FC236}">
                <a16:creationId xmlns:a16="http://schemas.microsoft.com/office/drawing/2014/main" id="{32880CA6-C0F0-59A8-9A21-5B40C2CC72FF}"/>
              </a:ext>
            </a:extLst>
          </p:cNvPr>
          <p:cNvPicPr>
            <a:picLocks noChangeAspect="1"/>
          </p:cNvPicPr>
          <p:nvPr/>
        </p:nvPicPr>
        <p:blipFill>
          <a:blip r:embed="rId2"/>
          <a:stretch>
            <a:fillRect/>
          </a:stretch>
        </p:blipFill>
        <p:spPr>
          <a:xfrm>
            <a:off x="2767643" y="4001294"/>
            <a:ext cx="6999199" cy="2281076"/>
          </a:xfrm>
          <a:prstGeom prst="rect">
            <a:avLst/>
          </a:prstGeom>
        </p:spPr>
      </p:pic>
    </p:spTree>
    <p:extLst>
      <p:ext uri="{BB962C8B-B14F-4D97-AF65-F5344CB8AC3E}">
        <p14:creationId xmlns:p14="http://schemas.microsoft.com/office/powerpoint/2010/main" val="1142649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FA95A-2694-6AD4-7FDD-04840299F717}"/>
              </a:ext>
            </a:extLst>
          </p:cNvPr>
          <p:cNvSpPr>
            <a:spLocks noGrp="1"/>
          </p:cNvSpPr>
          <p:nvPr>
            <p:ph type="title"/>
          </p:nvPr>
        </p:nvSpPr>
        <p:spPr/>
        <p:txBody>
          <a:bodyPr/>
          <a:lstStyle/>
          <a:p>
            <a:r>
              <a:rPr lang="en-US" b="1" i="0" dirty="0">
                <a:solidFill>
                  <a:srgbClr val="3333CC"/>
                </a:solidFill>
                <a:effectLst/>
                <a:latin typeface="Verdana" panose="020B0604030504040204" pitchFamily="34" charset="0"/>
              </a:rPr>
              <a:t>EtherChannel Configuration…</a:t>
            </a:r>
            <a:endParaRPr lang="en-US" dirty="0"/>
          </a:p>
        </p:txBody>
      </p:sp>
      <p:sp>
        <p:nvSpPr>
          <p:cNvPr id="3" name="Content Placeholder 2">
            <a:extLst>
              <a:ext uri="{FF2B5EF4-FFF2-40B4-BE49-F238E27FC236}">
                <a16:creationId xmlns:a16="http://schemas.microsoft.com/office/drawing/2014/main" id="{6D7010F3-1D48-1CD5-0CC8-D2C6102E37B3}"/>
              </a:ext>
            </a:extLst>
          </p:cNvPr>
          <p:cNvSpPr>
            <a:spLocks noGrp="1"/>
          </p:cNvSpPr>
          <p:nvPr>
            <p:ph idx="1"/>
          </p:nvPr>
        </p:nvSpPr>
        <p:spPr>
          <a:xfrm>
            <a:off x="838200" y="1328474"/>
            <a:ext cx="10515600" cy="5729274"/>
          </a:xfrm>
        </p:spPr>
        <p:txBody>
          <a:bodyPr>
            <a:normAutofit/>
          </a:bodyPr>
          <a:lstStyle/>
          <a:p>
            <a:r>
              <a:rPr lang="en-US" sz="2200" b="0" i="0" dirty="0">
                <a:solidFill>
                  <a:srgbClr val="333333"/>
                </a:solidFill>
                <a:effectLst/>
                <a:latin typeface="Verdana" panose="020B0604030504040204" pitchFamily="34" charset="0"/>
              </a:rPr>
              <a:t>In this example, we will create an EtherChannel via LACP between SwA &amp; </a:t>
            </a:r>
            <a:r>
              <a:rPr lang="en-US" sz="2200" b="0" i="0" dirty="0" err="1">
                <a:solidFill>
                  <a:srgbClr val="333333"/>
                </a:solidFill>
                <a:effectLst/>
                <a:latin typeface="Verdana" panose="020B0604030504040204" pitchFamily="34" charset="0"/>
              </a:rPr>
              <a:t>SwB</a:t>
            </a:r>
            <a:r>
              <a:rPr lang="en-US" sz="2200" b="0" i="0" dirty="0">
                <a:solidFill>
                  <a:srgbClr val="333333"/>
                </a:solidFill>
                <a:effectLst/>
                <a:latin typeface="Verdana" panose="020B0604030504040204" pitchFamily="34" charset="0"/>
              </a:rPr>
              <a:t> with the topology shown below:</a:t>
            </a:r>
          </a:p>
          <a:p>
            <a:endParaRPr lang="en-US" sz="1600" b="0" i="0" dirty="0">
              <a:solidFill>
                <a:srgbClr val="333333"/>
              </a:solidFill>
              <a:effectLst/>
              <a:latin typeface="Verdana" panose="020B0604030504040204" pitchFamily="34" charset="0"/>
            </a:endParaRPr>
          </a:p>
          <a:p>
            <a:endParaRPr lang="en-US" sz="1600" dirty="0">
              <a:solidFill>
                <a:srgbClr val="333333"/>
              </a:solidFill>
              <a:latin typeface="Verdana" panose="020B0604030504040204" pitchFamily="34" charset="0"/>
            </a:endParaRPr>
          </a:p>
          <a:p>
            <a:endParaRPr lang="en-US" sz="1600" b="0" i="0" dirty="0">
              <a:solidFill>
                <a:srgbClr val="333333"/>
              </a:solidFill>
              <a:effectLst/>
              <a:latin typeface="Verdana" panose="020B0604030504040204" pitchFamily="34" charset="0"/>
            </a:endParaRPr>
          </a:p>
          <a:p>
            <a:endParaRPr lang="en-US" sz="1600" dirty="0">
              <a:solidFill>
                <a:srgbClr val="333333"/>
              </a:solidFill>
              <a:latin typeface="Verdana" panose="020B0604030504040204" pitchFamily="34" charset="0"/>
            </a:endParaRPr>
          </a:p>
          <a:p>
            <a:endParaRPr lang="en-US" sz="1600" b="0" i="0" dirty="0">
              <a:solidFill>
                <a:srgbClr val="333333"/>
              </a:solidFill>
              <a:effectLst/>
              <a:latin typeface="Verdana" panose="020B0604030504040204" pitchFamily="34" charset="0"/>
            </a:endParaRPr>
          </a:p>
          <a:p>
            <a:endParaRPr lang="en-US" sz="1600" dirty="0">
              <a:solidFill>
                <a:srgbClr val="333333"/>
              </a:solidFill>
              <a:latin typeface="Verdana" panose="020B0604030504040204" pitchFamily="34" charset="0"/>
            </a:endParaRPr>
          </a:p>
          <a:p>
            <a:endParaRPr lang="en-US" sz="1600" b="0" i="0" dirty="0">
              <a:solidFill>
                <a:srgbClr val="333333"/>
              </a:solidFill>
              <a:effectLst/>
              <a:latin typeface="Verdana" panose="020B0604030504040204" pitchFamily="34" charset="0"/>
            </a:endParaRPr>
          </a:p>
          <a:p>
            <a:endParaRPr lang="en-US" sz="1600" dirty="0">
              <a:solidFill>
                <a:srgbClr val="333333"/>
              </a:solidFill>
              <a:latin typeface="Verdana" panose="020B0604030504040204" pitchFamily="34" charset="0"/>
            </a:endParaRPr>
          </a:p>
          <a:p>
            <a:endParaRPr lang="en-US" sz="1600" b="0" i="0" dirty="0">
              <a:solidFill>
                <a:srgbClr val="333333"/>
              </a:solidFill>
              <a:effectLst/>
              <a:latin typeface="Verdana" panose="020B0604030504040204" pitchFamily="34" charset="0"/>
            </a:endParaRPr>
          </a:p>
          <a:p>
            <a:endParaRPr lang="en-US" sz="1600" b="0" i="0" dirty="0">
              <a:solidFill>
                <a:srgbClr val="333333"/>
              </a:solidFill>
              <a:effectLst/>
              <a:latin typeface="Verdana" panose="020B0604030504040204" pitchFamily="34" charset="0"/>
            </a:endParaRPr>
          </a:p>
          <a:p>
            <a:endParaRPr lang="en-US" sz="1600" b="0" i="0" dirty="0">
              <a:solidFill>
                <a:srgbClr val="333333"/>
              </a:solidFill>
              <a:effectLst/>
              <a:latin typeface="Verdana" panose="020B0604030504040204" pitchFamily="34" charset="0"/>
            </a:endParaRPr>
          </a:p>
          <a:p>
            <a:r>
              <a:rPr lang="en-US" sz="1600" b="0" i="0" dirty="0">
                <a:solidFill>
                  <a:srgbClr val="333333"/>
                </a:solidFill>
                <a:effectLst/>
                <a:latin typeface="Verdana" panose="020B0604030504040204" pitchFamily="34" charset="0"/>
              </a:rPr>
              <a:t>That is all the configuration for the EtherChannel to work well on both switches. </a:t>
            </a:r>
          </a:p>
          <a:p>
            <a:r>
              <a:rPr lang="en-US" sz="1600" b="0" i="0" dirty="0">
                <a:solidFill>
                  <a:srgbClr val="333333"/>
                </a:solidFill>
                <a:effectLst/>
                <a:latin typeface="Verdana" panose="020B0604030504040204" pitchFamily="34" charset="0"/>
              </a:rPr>
              <a:t>We can verify with the “show </a:t>
            </a:r>
            <a:r>
              <a:rPr lang="en-US" sz="1600" b="0" i="0" dirty="0" err="1">
                <a:solidFill>
                  <a:srgbClr val="333333"/>
                </a:solidFill>
                <a:effectLst/>
                <a:latin typeface="Verdana" panose="020B0604030504040204" pitchFamily="34" charset="0"/>
              </a:rPr>
              <a:t>etherchannel</a:t>
            </a:r>
            <a:r>
              <a:rPr lang="en-US" sz="1600" b="0" i="0" dirty="0">
                <a:solidFill>
                  <a:srgbClr val="333333"/>
                </a:solidFill>
                <a:effectLst/>
                <a:latin typeface="Verdana" panose="020B0604030504040204" pitchFamily="34" charset="0"/>
              </a:rPr>
              <a:t> &lt;</a:t>
            </a:r>
            <a:r>
              <a:rPr lang="en-US" sz="1600" b="0" i="1" dirty="0">
                <a:solidFill>
                  <a:srgbClr val="333333"/>
                </a:solidFill>
                <a:effectLst/>
                <a:latin typeface="Verdana" panose="020B0604030504040204" pitchFamily="34" charset="0"/>
              </a:rPr>
              <a:t>port-channel number</a:t>
            </a:r>
            <a:r>
              <a:rPr lang="en-US" sz="1600" b="0" i="0" dirty="0">
                <a:solidFill>
                  <a:srgbClr val="333333"/>
                </a:solidFill>
                <a:effectLst/>
                <a:latin typeface="Verdana" panose="020B0604030504040204" pitchFamily="34" charset="0"/>
              </a:rPr>
              <a:t>&gt; port-channel” or “show </a:t>
            </a:r>
            <a:r>
              <a:rPr lang="en-US" sz="1600" b="0" i="0" dirty="0" err="1">
                <a:solidFill>
                  <a:srgbClr val="333333"/>
                </a:solidFill>
                <a:effectLst/>
                <a:latin typeface="Verdana" panose="020B0604030504040204" pitchFamily="34" charset="0"/>
              </a:rPr>
              <a:t>etherchannel</a:t>
            </a:r>
            <a:r>
              <a:rPr lang="en-US" sz="1600" b="0" i="0" dirty="0">
                <a:solidFill>
                  <a:srgbClr val="333333"/>
                </a:solidFill>
                <a:effectLst/>
                <a:latin typeface="Verdana" panose="020B0604030504040204" pitchFamily="34" charset="0"/>
              </a:rPr>
              <a:t> summary” command.</a:t>
            </a:r>
            <a:endParaRPr lang="en-US" sz="2200" b="0" i="0" dirty="0">
              <a:solidFill>
                <a:srgbClr val="333333"/>
              </a:solidFill>
              <a:effectLst/>
              <a:latin typeface="Verdana" panose="020B0604030504040204" pitchFamily="34" charset="0"/>
            </a:endParaRPr>
          </a:p>
          <a:p>
            <a:endParaRPr lang="en-US" sz="2200" dirty="0">
              <a:solidFill>
                <a:srgbClr val="333333"/>
              </a:solidFill>
              <a:latin typeface="Verdana" panose="020B0604030504040204" pitchFamily="34" charset="0"/>
            </a:endParaRPr>
          </a:p>
          <a:p>
            <a:endParaRPr lang="en-US" sz="1600" b="0" i="0" dirty="0">
              <a:solidFill>
                <a:srgbClr val="333333"/>
              </a:solidFill>
              <a:effectLst/>
              <a:latin typeface="Verdana" panose="020B0604030504040204" pitchFamily="34" charset="0"/>
            </a:endParaRPr>
          </a:p>
          <a:p>
            <a:endParaRPr lang="en-US" sz="1600" dirty="0">
              <a:solidFill>
                <a:srgbClr val="333333"/>
              </a:solidFill>
              <a:latin typeface="Verdana" panose="020B0604030504040204" pitchFamily="34" charset="0"/>
            </a:endParaRPr>
          </a:p>
          <a:p>
            <a:endParaRPr lang="en-US" sz="1600" b="0" i="0" dirty="0">
              <a:solidFill>
                <a:srgbClr val="333333"/>
              </a:solidFill>
              <a:effectLst/>
              <a:latin typeface="Verdana" panose="020B0604030504040204" pitchFamily="34" charset="0"/>
            </a:endParaRPr>
          </a:p>
          <a:p>
            <a:endParaRPr lang="en-US" sz="1600" b="0" i="0" dirty="0">
              <a:solidFill>
                <a:srgbClr val="333333"/>
              </a:solidFill>
              <a:effectLst/>
              <a:latin typeface="Verdana" panose="020B0604030504040204" pitchFamily="34" charset="0"/>
            </a:endParaRPr>
          </a:p>
          <a:p>
            <a:endParaRPr lang="en-US" sz="1600" b="0" i="0" dirty="0">
              <a:solidFill>
                <a:srgbClr val="333333"/>
              </a:solidFill>
              <a:effectLst/>
              <a:latin typeface="Verdana" panose="020B0604030504040204" pitchFamily="34" charset="0"/>
            </a:endParaRPr>
          </a:p>
        </p:txBody>
      </p:sp>
      <p:pic>
        <p:nvPicPr>
          <p:cNvPr id="4" name="Picture 3">
            <a:extLst>
              <a:ext uri="{FF2B5EF4-FFF2-40B4-BE49-F238E27FC236}">
                <a16:creationId xmlns:a16="http://schemas.microsoft.com/office/drawing/2014/main" id="{292488CC-6060-8DF2-F253-6E21874E983E}"/>
              </a:ext>
            </a:extLst>
          </p:cNvPr>
          <p:cNvPicPr>
            <a:picLocks noChangeAspect="1"/>
          </p:cNvPicPr>
          <p:nvPr/>
        </p:nvPicPr>
        <p:blipFill>
          <a:blip r:embed="rId2"/>
          <a:stretch>
            <a:fillRect/>
          </a:stretch>
        </p:blipFill>
        <p:spPr>
          <a:xfrm>
            <a:off x="2934380" y="2029344"/>
            <a:ext cx="5904002" cy="938019"/>
          </a:xfrm>
          <a:prstGeom prst="rect">
            <a:avLst/>
          </a:prstGeom>
        </p:spPr>
      </p:pic>
      <p:pic>
        <p:nvPicPr>
          <p:cNvPr id="6" name="Picture 5">
            <a:extLst>
              <a:ext uri="{FF2B5EF4-FFF2-40B4-BE49-F238E27FC236}">
                <a16:creationId xmlns:a16="http://schemas.microsoft.com/office/drawing/2014/main" id="{291F963B-F264-3837-9234-2668D7B83608}"/>
              </a:ext>
            </a:extLst>
          </p:cNvPr>
          <p:cNvPicPr>
            <a:picLocks noChangeAspect="1"/>
          </p:cNvPicPr>
          <p:nvPr/>
        </p:nvPicPr>
        <p:blipFill>
          <a:blip r:embed="rId3"/>
          <a:stretch>
            <a:fillRect/>
          </a:stretch>
        </p:blipFill>
        <p:spPr>
          <a:xfrm>
            <a:off x="1020438" y="3067553"/>
            <a:ext cx="10333362" cy="2758105"/>
          </a:xfrm>
          <a:prstGeom prst="rect">
            <a:avLst/>
          </a:prstGeom>
        </p:spPr>
      </p:pic>
    </p:spTree>
    <p:extLst>
      <p:ext uri="{BB962C8B-B14F-4D97-AF65-F5344CB8AC3E}">
        <p14:creationId xmlns:p14="http://schemas.microsoft.com/office/powerpoint/2010/main" val="3723195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FD3B0-BA2B-1272-D6CB-AB9ACCA51B69}"/>
              </a:ext>
            </a:extLst>
          </p:cNvPr>
          <p:cNvSpPr>
            <a:spLocks noGrp="1"/>
          </p:cNvSpPr>
          <p:nvPr>
            <p:ph type="title"/>
          </p:nvPr>
        </p:nvSpPr>
        <p:spPr/>
        <p:txBody>
          <a:bodyPr/>
          <a:lstStyle/>
          <a:p>
            <a:r>
              <a:rPr lang="en-US" b="1" i="0" dirty="0">
                <a:solidFill>
                  <a:srgbClr val="3333CC"/>
                </a:solidFill>
                <a:effectLst/>
                <a:latin typeface="Verdana" panose="020B0604030504040204" pitchFamily="34" charset="0"/>
              </a:rPr>
              <a:t>EtherChannel Configuration…</a:t>
            </a:r>
            <a:endParaRPr lang="en-US" dirty="0"/>
          </a:p>
        </p:txBody>
      </p:sp>
      <p:pic>
        <p:nvPicPr>
          <p:cNvPr id="6" name="Picture 5">
            <a:extLst>
              <a:ext uri="{FF2B5EF4-FFF2-40B4-BE49-F238E27FC236}">
                <a16:creationId xmlns:a16="http://schemas.microsoft.com/office/drawing/2014/main" id="{B540A0FC-9CA9-05F7-54BA-648E873C1F0D}"/>
              </a:ext>
            </a:extLst>
          </p:cNvPr>
          <p:cNvPicPr>
            <a:picLocks noChangeAspect="1"/>
          </p:cNvPicPr>
          <p:nvPr/>
        </p:nvPicPr>
        <p:blipFill>
          <a:blip r:embed="rId2"/>
          <a:stretch>
            <a:fillRect/>
          </a:stretch>
        </p:blipFill>
        <p:spPr>
          <a:xfrm>
            <a:off x="838200" y="1690688"/>
            <a:ext cx="4048125" cy="3267075"/>
          </a:xfrm>
          <a:prstGeom prst="rect">
            <a:avLst/>
          </a:prstGeom>
        </p:spPr>
      </p:pic>
      <p:sp>
        <p:nvSpPr>
          <p:cNvPr id="8" name="Content Placeholder 7">
            <a:extLst>
              <a:ext uri="{FF2B5EF4-FFF2-40B4-BE49-F238E27FC236}">
                <a16:creationId xmlns:a16="http://schemas.microsoft.com/office/drawing/2014/main" id="{16AFC8E8-DB9B-23CF-7713-258A1A16D244}"/>
              </a:ext>
            </a:extLst>
          </p:cNvPr>
          <p:cNvSpPr>
            <a:spLocks noGrp="1"/>
          </p:cNvSpPr>
          <p:nvPr>
            <p:ph idx="1"/>
          </p:nvPr>
        </p:nvSpPr>
        <p:spPr>
          <a:xfrm>
            <a:off x="5086904" y="1825625"/>
            <a:ext cx="6266895" cy="4351338"/>
          </a:xfrm>
        </p:spPr>
        <p:txBody>
          <a:bodyPr>
            <a:normAutofit/>
          </a:bodyPr>
          <a:lstStyle/>
          <a:p>
            <a:r>
              <a:rPr lang="en-US" sz="2000" b="0" i="0" dirty="0">
                <a:solidFill>
                  <a:srgbClr val="333333"/>
                </a:solidFill>
                <a:effectLst/>
                <a:latin typeface="Verdana" panose="020B0604030504040204" pitchFamily="34" charset="0"/>
              </a:rPr>
              <a:t>The “</a:t>
            </a:r>
            <a:r>
              <a:rPr lang="en-US" sz="2000" b="1" i="0" dirty="0">
                <a:solidFill>
                  <a:srgbClr val="333333"/>
                </a:solidFill>
                <a:effectLst/>
                <a:latin typeface="Verdana" panose="020B0604030504040204" pitchFamily="34" charset="0"/>
              </a:rPr>
              <a:t>show </a:t>
            </a:r>
            <a:r>
              <a:rPr lang="en-US" sz="2000" b="1" i="0" dirty="0" err="1">
                <a:solidFill>
                  <a:srgbClr val="333333"/>
                </a:solidFill>
                <a:effectLst/>
                <a:latin typeface="Verdana" panose="020B0604030504040204" pitchFamily="34" charset="0"/>
              </a:rPr>
              <a:t>etherchannel</a:t>
            </a:r>
            <a:r>
              <a:rPr lang="en-US" sz="2000" b="0" i="0" dirty="0">
                <a:solidFill>
                  <a:srgbClr val="333333"/>
                </a:solidFill>
                <a:effectLst/>
                <a:latin typeface="Verdana" panose="020B0604030504040204" pitchFamily="34" charset="0"/>
              </a:rPr>
              <a:t> </a:t>
            </a:r>
            <a:r>
              <a:rPr lang="en-US" sz="2000" b="0" i="1" dirty="0">
                <a:solidFill>
                  <a:srgbClr val="333333"/>
                </a:solidFill>
                <a:effectLst/>
                <a:latin typeface="Verdana" panose="020B0604030504040204" pitchFamily="34" charset="0"/>
              </a:rPr>
              <a:t>number</a:t>
            </a:r>
            <a:r>
              <a:rPr lang="en-US" sz="2000" b="0" i="0" dirty="0">
                <a:solidFill>
                  <a:srgbClr val="333333"/>
                </a:solidFill>
                <a:effectLst/>
                <a:latin typeface="Verdana" panose="020B0604030504040204" pitchFamily="34" charset="0"/>
              </a:rPr>
              <a:t> </a:t>
            </a:r>
            <a:r>
              <a:rPr lang="en-US" sz="2000" b="1" i="0" dirty="0">
                <a:solidFill>
                  <a:srgbClr val="333333"/>
                </a:solidFill>
                <a:effectLst/>
                <a:latin typeface="Verdana" panose="020B0604030504040204" pitchFamily="34" charset="0"/>
              </a:rPr>
              <a:t>port-channel</a:t>
            </a:r>
            <a:r>
              <a:rPr lang="en-US" sz="2000" b="0" i="0" dirty="0">
                <a:solidFill>
                  <a:srgbClr val="333333"/>
                </a:solidFill>
                <a:effectLst/>
                <a:latin typeface="Verdana" panose="020B0604030504040204" pitchFamily="34" charset="0"/>
              </a:rPr>
              <a:t>” command can be used to display information about a specific port channel (in this case port-channel 1). </a:t>
            </a:r>
          </a:p>
          <a:p>
            <a:r>
              <a:rPr lang="en-US" sz="2000" b="0" i="0" dirty="0">
                <a:solidFill>
                  <a:srgbClr val="333333"/>
                </a:solidFill>
                <a:effectLst/>
                <a:latin typeface="Verdana" panose="020B0604030504040204" pitchFamily="34" charset="0"/>
              </a:rPr>
              <a:t>From the command above we can see Port-channel 1 consists of Fa0/0 &amp; Fa0/1 and they are in Active state.</a:t>
            </a:r>
            <a:endParaRPr lang="en-US" sz="2000" dirty="0"/>
          </a:p>
        </p:txBody>
      </p:sp>
    </p:spTree>
    <p:extLst>
      <p:ext uri="{BB962C8B-B14F-4D97-AF65-F5344CB8AC3E}">
        <p14:creationId xmlns:p14="http://schemas.microsoft.com/office/powerpoint/2010/main" val="700773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FDB82-69FC-A05C-7C35-D6F61EED64BD}"/>
              </a:ext>
            </a:extLst>
          </p:cNvPr>
          <p:cNvSpPr>
            <a:spLocks noGrp="1"/>
          </p:cNvSpPr>
          <p:nvPr>
            <p:ph type="title"/>
          </p:nvPr>
        </p:nvSpPr>
        <p:spPr/>
        <p:txBody>
          <a:bodyPr/>
          <a:lstStyle/>
          <a:p>
            <a:r>
              <a:rPr lang="en-US" b="1" i="0" dirty="0">
                <a:solidFill>
                  <a:srgbClr val="3333CC"/>
                </a:solidFill>
                <a:effectLst/>
                <a:latin typeface="Verdana" panose="020B0604030504040204" pitchFamily="34" charset="0"/>
              </a:rPr>
              <a:t>EtherChannel Configuration…</a:t>
            </a:r>
            <a:endParaRPr lang="en-US" dirty="0"/>
          </a:p>
        </p:txBody>
      </p:sp>
      <p:sp>
        <p:nvSpPr>
          <p:cNvPr id="3" name="Content Placeholder 2">
            <a:extLst>
              <a:ext uri="{FF2B5EF4-FFF2-40B4-BE49-F238E27FC236}">
                <a16:creationId xmlns:a16="http://schemas.microsoft.com/office/drawing/2014/main" id="{FC04A389-69E8-2D45-5001-1FA0BB536A6C}"/>
              </a:ext>
            </a:extLst>
          </p:cNvPr>
          <p:cNvSpPr>
            <a:spLocks noGrp="1"/>
          </p:cNvSpPr>
          <p:nvPr>
            <p:ph idx="1"/>
          </p:nvPr>
        </p:nvSpPr>
        <p:spPr>
          <a:xfrm>
            <a:off x="5523722" y="1825625"/>
            <a:ext cx="5830078" cy="4351338"/>
          </a:xfrm>
        </p:spPr>
        <p:txBody>
          <a:bodyPr>
            <a:normAutofit/>
          </a:bodyPr>
          <a:lstStyle/>
          <a:p>
            <a:r>
              <a:rPr lang="en-US" sz="2000" b="0" i="0" dirty="0">
                <a:solidFill>
                  <a:srgbClr val="333333"/>
                </a:solidFill>
                <a:effectLst/>
                <a:latin typeface="Verdana" panose="020B0604030504040204" pitchFamily="34" charset="0"/>
              </a:rPr>
              <a:t>The “show </a:t>
            </a:r>
            <a:r>
              <a:rPr lang="en-US" sz="2000" b="0" i="0" dirty="0" err="1">
                <a:solidFill>
                  <a:srgbClr val="333333"/>
                </a:solidFill>
                <a:effectLst/>
                <a:latin typeface="Verdana" panose="020B0604030504040204" pitchFamily="34" charset="0"/>
              </a:rPr>
              <a:t>etherchannel</a:t>
            </a:r>
            <a:r>
              <a:rPr lang="en-US" sz="2000" b="0" i="0" dirty="0">
                <a:solidFill>
                  <a:srgbClr val="333333"/>
                </a:solidFill>
                <a:effectLst/>
                <a:latin typeface="Verdana" panose="020B0604030504040204" pitchFamily="34" charset="0"/>
              </a:rPr>
              <a:t> summary” can be used to simply display one line of information per port-channel. </a:t>
            </a:r>
          </a:p>
          <a:p>
            <a:r>
              <a:rPr lang="en-US" sz="2000" b="0" i="0" dirty="0">
                <a:solidFill>
                  <a:srgbClr val="333333"/>
                </a:solidFill>
                <a:effectLst/>
                <a:latin typeface="Verdana" panose="020B0604030504040204" pitchFamily="34" charset="0"/>
              </a:rPr>
              <a:t>In this case we learn from the last line that Group 1 uses LACP. </a:t>
            </a:r>
          </a:p>
          <a:p>
            <a:r>
              <a:rPr lang="en-US" sz="2000" b="0" i="0" dirty="0">
                <a:solidFill>
                  <a:srgbClr val="333333"/>
                </a:solidFill>
                <a:effectLst/>
                <a:latin typeface="Verdana" panose="020B0604030504040204" pitchFamily="34" charset="0"/>
              </a:rPr>
              <a:t>This is a Layer 2 EtherChannel (symbolized by “SU”, in which “S” means “Layer2” &amp; “U” means this port-channel is up.</a:t>
            </a:r>
            <a:endParaRPr lang="en-US" sz="2000" dirty="0"/>
          </a:p>
        </p:txBody>
      </p:sp>
      <p:pic>
        <p:nvPicPr>
          <p:cNvPr id="7" name="Picture 6">
            <a:extLst>
              <a:ext uri="{FF2B5EF4-FFF2-40B4-BE49-F238E27FC236}">
                <a16:creationId xmlns:a16="http://schemas.microsoft.com/office/drawing/2014/main" id="{90021534-C2B0-C430-704E-C692FAE21734}"/>
              </a:ext>
            </a:extLst>
          </p:cNvPr>
          <p:cNvPicPr>
            <a:picLocks noChangeAspect="1"/>
          </p:cNvPicPr>
          <p:nvPr/>
        </p:nvPicPr>
        <p:blipFill>
          <a:blip r:embed="rId2"/>
          <a:stretch>
            <a:fillRect/>
          </a:stretch>
        </p:blipFill>
        <p:spPr>
          <a:xfrm>
            <a:off x="1036087" y="1900237"/>
            <a:ext cx="3924300" cy="3057525"/>
          </a:xfrm>
          <a:prstGeom prst="rect">
            <a:avLst/>
          </a:prstGeom>
        </p:spPr>
      </p:pic>
    </p:spTree>
    <p:extLst>
      <p:ext uri="{BB962C8B-B14F-4D97-AF65-F5344CB8AC3E}">
        <p14:creationId xmlns:p14="http://schemas.microsoft.com/office/powerpoint/2010/main" val="4283179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38F13-7045-C2BB-B6CB-259F6B63A07F}"/>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ED4C0457-ADAF-89DC-0E04-C94DC5090F1D}"/>
              </a:ext>
            </a:extLst>
          </p:cNvPr>
          <p:cNvSpPr>
            <a:spLocks noGrp="1"/>
          </p:cNvSpPr>
          <p:nvPr>
            <p:ph idx="1"/>
          </p:nvPr>
        </p:nvSpPr>
        <p:spPr/>
        <p:txBody>
          <a:bodyPr/>
          <a:lstStyle/>
          <a:p>
            <a:r>
              <a:rPr lang="en-US" dirty="0"/>
              <a:t>Rational for EtherChannel to overcome the redundant STP issues and yet provide higher bandwidth</a:t>
            </a:r>
          </a:p>
          <a:p>
            <a:r>
              <a:rPr lang="en-US" dirty="0"/>
              <a:t>Types of EtherChannel</a:t>
            </a:r>
          </a:p>
          <a:p>
            <a:r>
              <a:rPr lang="en-US" dirty="0"/>
              <a:t>Configuration </a:t>
            </a:r>
            <a:r>
              <a:rPr lang="en-US"/>
              <a:t>of EtherChannel</a:t>
            </a:r>
          </a:p>
        </p:txBody>
      </p:sp>
    </p:spTree>
    <p:extLst>
      <p:ext uri="{BB962C8B-B14F-4D97-AF65-F5344CB8AC3E}">
        <p14:creationId xmlns:p14="http://schemas.microsoft.com/office/powerpoint/2010/main" val="16645325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1005</Words>
  <Application>Microsoft Office PowerPoint</Application>
  <PresentationFormat>Widescreen</PresentationFormat>
  <Paragraphs>76</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Verdana</vt:lpstr>
      <vt:lpstr>Office Theme</vt:lpstr>
      <vt:lpstr>EtherChannel</vt:lpstr>
      <vt:lpstr>EtherChannel</vt:lpstr>
      <vt:lpstr>Problem with Just Redundant Links</vt:lpstr>
      <vt:lpstr>To extend the capacity of the link you have two ways:</vt:lpstr>
      <vt:lpstr>How EtherChannel works</vt:lpstr>
      <vt:lpstr>Types of EtherChannel</vt:lpstr>
      <vt:lpstr>Types of EtherChannel…</vt:lpstr>
      <vt:lpstr>Port Aggregation Protocol (PAgP)</vt:lpstr>
      <vt:lpstr>Link Aggregation Protocol (LACP)</vt:lpstr>
      <vt:lpstr>Static (“On”)</vt:lpstr>
      <vt:lpstr>EtherChannel Configuration</vt:lpstr>
      <vt:lpstr>EtherChannel Configuration…</vt:lpstr>
      <vt:lpstr>EtherChannel Configuration…</vt:lpstr>
      <vt:lpstr>EtherChannel Configuration…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EtherChannel</dc:title>
  <dc:creator>#LEONG PENG KWAI#</dc:creator>
  <cp:lastModifiedBy>John PK LEONG (TP)</cp:lastModifiedBy>
  <cp:revision>1</cp:revision>
  <dcterms:created xsi:type="dcterms:W3CDTF">2024-03-18T08:53:11Z</dcterms:created>
  <dcterms:modified xsi:type="dcterms:W3CDTF">2024-03-20T00:31:26Z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528611d-fe69-484f-b56b-0db8a0d79612_Enabled">
    <vt:lpwstr>true</vt:lpwstr>
  </property>
  <property fmtid="{D5CDD505-2E9C-101B-9397-08002B2CF9AE}" pid="3" name="MSIP_Label_d528611d-fe69-484f-b56b-0db8a0d79612_SetDate">
    <vt:lpwstr>2024-03-18T08:53:25Z</vt:lpwstr>
  </property>
  <property fmtid="{D5CDD505-2E9C-101B-9397-08002B2CF9AE}" pid="4" name="MSIP_Label_d528611d-fe69-484f-b56b-0db8a0d79612_Method">
    <vt:lpwstr>Privileged</vt:lpwstr>
  </property>
  <property fmtid="{D5CDD505-2E9C-101B-9397-08002B2CF9AE}" pid="5" name="MSIP_Label_d528611d-fe69-484f-b56b-0db8a0d79612_Name">
    <vt:lpwstr>Public</vt:lpwstr>
  </property>
  <property fmtid="{D5CDD505-2E9C-101B-9397-08002B2CF9AE}" pid="6" name="MSIP_Label_d528611d-fe69-484f-b56b-0db8a0d79612_SiteId">
    <vt:lpwstr>25a99bf0-8e72-472a-ae50-adfbdf0df6f1</vt:lpwstr>
  </property>
  <property fmtid="{D5CDD505-2E9C-101B-9397-08002B2CF9AE}" pid="7" name="MSIP_Label_d528611d-fe69-484f-b56b-0db8a0d79612_ActionId">
    <vt:lpwstr>a7b2b347-5ca6-42bd-b693-4f37a0f1ce24</vt:lpwstr>
  </property>
  <property fmtid="{D5CDD505-2E9C-101B-9397-08002B2CF9AE}" pid="8" name="MSIP_Label_d528611d-fe69-484f-b56b-0db8a0d79612_ContentBits">
    <vt:lpwstr>0</vt:lpwstr>
  </property>
</Properties>
</file>